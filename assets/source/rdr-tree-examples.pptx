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A7292-728E-422D-866A-0F20E23702C6}" v="22" dt="2026-06-25T19:02:07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8478" autoAdjust="0"/>
  </p:normalViewPr>
  <p:slideViewPr>
    <p:cSldViewPr snapToGrid="0">
      <p:cViewPr varScale="1">
        <p:scale>
          <a:sx n="102" d="100"/>
          <a:sy n="102" d="100"/>
        </p:scale>
        <p:origin x="12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er, Hilmar" userId="b4d043c8-3e60-4cb8-be65-dd10130a2682" providerId="ADAL" clId="{0864484C-DF85-417A-AB39-D2F2BF3AC19E}"/>
    <pc:docChg chg="custSel modSld">
      <pc:chgData name="Maier, Hilmar" userId="b4d043c8-3e60-4cb8-be65-dd10130a2682" providerId="ADAL" clId="{0864484C-DF85-417A-AB39-D2F2BF3AC19E}" dt="2026-06-25T19:02:06.378" v="27" actId="20577"/>
      <pc:docMkLst>
        <pc:docMk/>
      </pc:docMkLst>
      <pc:sldChg chg="modSp modNotesTx">
        <pc:chgData name="Maier, Hilmar" userId="b4d043c8-3e60-4cb8-be65-dd10130a2682" providerId="ADAL" clId="{0864484C-DF85-417A-AB39-D2F2BF3AC19E}" dt="2026-06-25T19:02:06.378" v="27" actId="20577"/>
        <pc:sldMkLst>
          <pc:docMk/>
          <pc:sldMk cId="1452241911" sldId="256"/>
        </pc:sldMkLst>
        <pc:graphicFrameChg chg="mod">
          <ac:chgData name="Maier, Hilmar" userId="b4d043c8-3e60-4cb8-be65-dd10130a2682" providerId="ADAL" clId="{0864484C-DF85-417A-AB39-D2F2BF3AC19E}" dt="2026-06-25T18:55:17.870" v="20" actId="5736"/>
          <ac:graphicFrameMkLst>
            <pc:docMk/>
            <pc:sldMk cId="1452241911" sldId="256"/>
            <ac:graphicFrameMk id="6" creationId="{3CC0651B-498E-B8CC-B0A3-178467312447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E7CBBA-42FB-49F6-ACF1-27C77CA5563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D1AD60-24AE-4B4E-843C-5D0DEB657E1A}">
      <dgm:prSet phldrT="[Text]" phldr="0"/>
      <dgm:spPr>
        <a:solidFill>
          <a:schemeClr val="accent2"/>
        </a:solidFill>
      </dgm:spPr>
      <dgm:t>
        <a:bodyPr lIns="9144" tIns="9144" rIns="9144" bIns="9144"/>
        <a:lstStyle/>
        <a:p>
          <a:r>
            <a:rPr lang="en-US" dirty="0"/>
            <a:t>fescgl_001_MixedStockAnalysis</a:t>
          </a:r>
        </a:p>
      </dgm:t>
    </dgm:pt>
    <dgm:pt modelId="{EFDF676A-F380-4B02-A3F3-EDE2A103E507}" type="parTrans" cxnId="{6963F642-6E87-432D-B20A-BF004933A0D7}">
      <dgm:prSet/>
      <dgm:spPr/>
      <dgm:t>
        <a:bodyPr/>
        <a:lstStyle/>
        <a:p>
          <a:endParaRPr lang="en-US"/>
        </a:p>
      </dgm:t>
    </dgm:pt>
    <dgm:pt modelId="{C47B6033-1A8E-414E-A929-C23DC2E8C6B9}" type="sibTrans" cxnId="{6963F642-6E87-432D-B20A-BF004933A0D7}">
      <dgm:prSet/>
      <dgm:spPr/>
      <dgm:t>
        <a:bodyPr/>
        <a:lstStyle/>
        <a:p>
          <a:endParaRPr lang="en-US"/>
        </a:p>
      </dgm:t>
    </dgm:pt>
    <dgm:pt modelId="{0F12E75B-042A-4A18-9EE2-A6BDE07AA4A6}">
      <dgm:prSet phldrT="[Text]" phldr="0"/>
      <dgm:spPr/>
      <dgm:t>
        <a:bodyPr/>
        <a:lstStyle/>
        <a:p>
          <a:r>
            <a:rPr lang="en-US" dirty="0"/>
            <a:t>code</a:t>
          </a:r>
        </a:p>
      </dgm:t>
    </dgm:pt>
    <dgm:pt modelId="{E8948BF5-25B6-4FC3-AC8A-3260F55E226B}" type="parTrans" cxnId="{FFB7A8D6-1CB2-44EA-BC56-AFFB13A68F87}">
      <dgm:prSet/>
      <dgm:spPr/>
      <dgm:t>
        <a:bodyPr/>
        <a:lstStyle/>
        <a:p>
          <a:endParaRPr lang="en-US"/>
        </a:p>
      </dgm:t>
    </dgm:pt>
    <dgm:pt modelId="{2A6898EF-A100-4CB7-A2E2-C83B401E2916}" type="sibTrans" cxnId="{FFB7A8D6-1CB2-44EA-BC56-AFFB13A68F87}">
      <dgm:prSet/>
      <dgm:spPr/>
      <dgm:t>
        <a:bodyPr/>
        <a:lstStyle/>
        <a:p>
          <a:endParaRPr lang="en-US"/>
        </a:p>
      </dgm:t>
    </dgm:pt>
    <dgm:pt modelId="{FC0DBD0C-6174-4E1F-9A31-9D9190AEC598}">
      <dgm:prSet phldrT="[Text]" phldr="0"/>
      <dgm:spPr/>
      <dgm:t>
        <a:bodyPr/>
        <a:lstStyle/>
        <a:p>
          <a:r>
            <a:rPr lang="en-US" dirty="0"/>
            <a:t>data</a:t>
          </a:r>
        </a:p>
      </dgm:t>
    </dgm:pt>
    <dgm:pt modelId="{394CDEFC-2563-430F-B0DB-B82AE02BA3CF}" type="parTrans" cxnId="{FB0A5E88-CEE6-40FB-BF69-C917EA1161A0}">
      <dgm:prSet/>
      <dgm:spPr/>
      <dgm:t>
        <a:bodyPr/>
        <a:lstStyle/>
        <a:p>
          <a:endParaRPr lang="en-US"/>
        </a:p>
      </dgm:t>
    </dgm:pt>
    <dgm:pt modelId="{081960BD-9D32-417E-B996-7B2F3D6A0D49}" type="sibTrans" cxnId="{FB0A5E88-CEE6-40FB-BF69-C917EA1161A0}">
      <dgm:prSet/>
      <dgm:spPr/>
      <dgm:t>
        <a:bodyPr/>
        <a:lstStyle/>
        <a:p>
          <a:endParaRPr lang="en-US"/>
        </a:p>
      </dgm:t>
    </dgm:pt>
    <dgm:pt modelId="{A4C8581A-7961-4128-A9FF-A846DB760FB2}">
      <dgm:prSet phldrT="[Text]" phldr="0"/>
      <dgm:spPr/>
      <dgm:t>
        <a:bodyPr/>
        <a:lstStyle/>
        <a:p>
          <a:r>
            <a:rPr lang="en-US" dirty="0"/>
            <a:t>documents</a:t>
          </a:r>
        </a:p>
      </dgm:t>
    </dgm:pt>
    <dgm:pt modelId="{3B9067BD-B96C-4DC0-A11B-A6D69712EB88}" type="parTrans" cxnId="{F1E283E3-D1D5-4A84-97FB-006AEB9C7590}">
      <dgm:prSet/>
      <dgm:spPr/>
      <dgm:t>
        <a:bodyPr/>
        <a:lstStyle/>
        <a:p>
          <a:endParaRPr lang="en-US"/>
        </a:p>
      </dgm:t>
    </dgm:pt>
    <dgm:pt modelId="{B9C4F3A2-6975-4316-AE6E-7937549EB991}" type="sibTrans" cxnId="{F1E283E3-D1D5-4A84-97FB-006AEB9C7590}">
      <dgm:prSet/>
      <dgm:spPr/>
      <dgm:t>
        <a:bodyPr/>
        <a:lstStyle/>
        <a:p>
          <a:endParaRPr lang="en-US"/>
        </a:p>
      </dgm:t>
    </dgm:pt>
    <dgm:pt modelId="{C811082F-856A-45CF-BFB6-44C3D675F0D5}">
      <dgm:prSet phldrT="[Text]" phldr="0"/>
      <dgm:spPr/>
      <dgm:t>
        <a:bodyPr/>
        <a:lstStyle/>
        <a:p>
          <a:r>
            <a:rPr lang="en-US" dirty="0"/>
            <a:t>incoming</a:t>
          </a:r>
        </a:p>
      </dgm:t>
    </dgm:pt>
    <dgm:pt modelId="{1293258C-7680-4541-BE01-CCD751A480C6}" type="parTrans" cxnId="{7CBAD0C8-5354-4F21-B433-F4134576D75A}">
      <dgm:prSet/>
      <dgm:spPr/>
      <dgm:t>
        <a:bodyPr/>
        <a:lstStyle/>
        <a:p>
          <a:endParaRPr lang="en-US"/>
        </a:p>
      </dgm:t>
    </dgm:pt>
    <dgm:pt modelId="{7AC6E7AF-0E29-4DA2-87EA-C64FB291AC91}" type="sibTrans" cxnId="{7CBAD0C8-5354-4F21-B433-F4134576D75A}">
      <dgm:prSet/>
      <dgm:spPr/>
      <dgm:t>
        <a:bodyPr/>
        <a:lstStyle/>
        <a:p>
          <a:endParaRPr lang="en-US"/>
        </a:p>
      </dgm:t>
    </dgm:pt>
    <dgm:pt modelId="{CB489014-E083-42C3-BE55-B21276EA468D}">
      <dgm:prSet phldrT="[Text]" phldr="0"/>
      <dgm:spPr/>
      <dgm:t>
        <a:bodyPr/>
        <a:lstStyle/>
        <a:p>
          <a:r>
            <a:rPr lang="en-US" dirty="0"/>
            <a:t>metadata</a:t>
          </a:r>
        </a:p>
      </dgm:t>
    </dgm:pt>
    <dgm:pt modelId="{513E3295-F8F4-4640-A4B6-268B0778FB53}" type="parTrans" cxnId="{0E6BD1A9-EF67-41D1-8962-3756E3ED41DF}">
      <dgm:prSet/>
      <dgm:spPr/>
      <dgm:t>
        <a:bodyPr/>
        <a:lstStyle/>
        <a:p>
          <a:endParaRPr lang="en-US"/>
        </a:p>
      </dgm:t>
    </dgm:pt>
    <dgm:pt modelId="{10F68213-ADE2-4A42-A41D-0AA3055A7C2C}" type="sibTrans" cxnId="{0E6BD1A9-EF67-41D1-8962-3756E3ED41DF}">
      <dgm:prSet/>
      <dgm:spPr/>
      <dgm:t>
        <a:bodyPr/>
        <a:lstStyle/>
        <a:p>
          <a:endParaRPr lang="en-US"/>
        </a:p>
      </dgm:t>
    </dgm:pt>
    <dgm:pt modelId="{D00A806D-230E-4D00-B9BE-8D31FEFAAFCE}">
      <dgm:prSet phldrT="[Text]" phldr="0"/>
      <dgm:spPr/>
      <dgm:t>
        <a:bodyPr/>
        <a:lstStyle/>
        <a:p>
          <a:r>
            <a:rPr lang="en-US" dirty="0"/>
            <a:t>changelog</a:t>
          </a:r>
        </a:p>
      </dgm:t>
    </dgm:pt>
    <dgm:pt modelId="{46AC691D-331B-4E47-8EB7-3FFDEB501336}" type="parTrans" cxnId="{E2621EB3-0B3D-4642-BC75-54994832E5D0}">
      <dgm:prSet/>
      <dgm:spPr/>
      <dgm:t>
        <a:bodyPr/>
        <a:lstStyle/>
        <a:p>
          <a:endParaRPr lang="en-US"/>
        </a:p>
      </dgm:t>
    </dgm:pt>
    <dgm:pt modelId="{8CB80527-AB6A-4810-92DC-020CDE270235}" type="sibTrans" cxnId="{E2621EB3-0B3D-4642-BC75-54994832E5D0}">
      <dgm:prSet/>
      <dgm:spPr/>
      <dgm:t>
        <a:bodyPr/>
        <a:lstStyle/>
        <a:p>
          <a:endParaRPr lang="en-US"/>
        </a:p>
      </dgm:t>
    </dgm:pt>
    <dgm:pt modelId="{D4C46CFD-D8C0-45CB-AC01-202B8DF99909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 dirty="0" err="1"/>
            <a:t>final_data</a:t>
          </a:r>
          <a:endParaRPr lang="en-US" dirty="0"/>
        </a:p>
      </dgm:t>
    </dgm:pt>
    <dgm:pt modelId="{6FE53475-9D9E-4502-9BDC-F8B3B8A27192}" type="parTrans" cxnId="{8D301892-5618-4E90-A522-7C5F2C989640}">
      <dgm:prSet/>
      <dgm:spPr/>
      <dgm:t>
        <a:bodyPr/>
        <a:lstStyle/>
        <a:p>
          <a:endParaRPr lang="en-US"/>
        </a:p>
      </dgm:t>
    </dgm:pt>
    <dgm:pt modelId="{F143BBE0-51E5-489A-8BFD-E5793F5B2ABF}" type="sibTrans" cxnId="{8D301892-5618-4E90-A522-7C5F2C989640}">
      <dgm:prSet/>
      <dgm:spPr/>
      <dgm:t>
        <a:bodyPr/>
        <a:lstStyle/>
        <a:p>
          <a:endParaRPr lang="en-US"/>
        </a:p>
      </dgm:t>
    </dgm:pt>
    <dgm:pt modelId="{764D62D6-5AF6-45D1-8D30-C163DA83B6BA}">
      <dgm:prSet phldrT="[Text]" phldr="0"/>
      <dgm:spPr>
        <a:solidFill>
          <a:schemeClr val="accent6"/>
        </a:solidFill>
      </dgm:spPr>
      <dgm:t>
        <a:bodyPr/>
        <a:lstStyle/>
        <a:p>
          <a:r>
            <a:rPr lang="en-US" dirty="0" err="1"/>
            <a:t>raw_data</a:t>
          </a:r>
          <a:endParaRPr lang="en-US" dirty="0"/>
        </a:p>
      </dgm:t>
    </dgm:pt>
    <dgm:pt modelId="{AB535451-FD72-42B2-B1B3-C1BA7742CCE7}" type="parTrans" cxnId="{4423362D-9C57-41E8-8F6B-3A37520315FA}">
      <dgm:prSet/>
      <dgm:spPr/>
      <dgm:t>
        <a:bodyPr/>
        <a:lstStyle/>
        <a:p>
          <a:endParaRPr lang="en-US"/>
        </a:p>
      </dgm:t>
    </dgm:pt>
    <dgm:pt modelId="{E64A60DB-3202-45FC-9CE4-30741BCDE77F}" type="sibTrans" cxnId="{4423362D-9C57-41E8-8F6B-3A37520315FA}">
      <dgm:prSet/>
      <dgm:spPr/>
      <dgm:t>
        <a:bodyPr/>
        <a:lstStyle/>
        <a:p>
          <a:endParaRPr lang="en-US"/>
        </a:p>
      </dgm:t>
    </dgm:pt>
    <dgm:pt modelId="{0223F978-CD58-4C84-BC33-1A7AFC9F475C}">
      <dgm:prSet phldrT="[Text]" phldr="0"/>
      <dgm:spPr>
        <a:solidFill>
          <a:schemeClr val="accent6"/>
        </a:solidFill>
      </dgm:spPr>
      <dgm:t>
        <a:bodyPr vert="horz"/>
        <a:lstStyle/>
        <a:p>
          <a:r>
            <a:rPr lang="en-US" dirty="0"/>
            <a:t>posters</a:t>
          </a:r>
        </a:p>
      </dgm:t>
    </dgm:pt>
    <dgm:pt modelId="{C2A49931-3ED4-488B-886C-483C965A0907}" type="parTrans" cxnId="{BDCBA3B3-9D1E-4ECC-A49C-A84BE9375744}">
      <dgm:prSet/>
      <dgm:spPr/>
      <dgm:t>
        <a:bodyPr/>
        <a:lstStyle/>
        <a:p>
          <a:endParaRPr lang="en-US"/>
        </a:p>
      </dgm:t>
    </dgm:pt>
    <dgm:pt modelId="{75EEC51D-0AC1-4029-9C3E-83B2054ED128}" type="sibTrans" cxnId="{BDCBA3B3-9D1E-4ECC-A49C-A84BE9375744}">
      <dgm:prSet/>
      <dgm:spPr/>
      <dgm:t>
        <a:bodyPr/>
        <a:lstStyle/>
        <a:p>
          <a:endParaRPr lang="en-US"/>
        </a:p>
      </dgm:t>
    </dgm:pt>
    <dgm:pt modelId="{2842F2C7-9C96-4A70-A25C-0564AD9D3622}">
      <dgm:prSet phldrT="[Text]" phldr="0"/>
      <dgm:spPr>
        <a:solidFill>
          <a:schemeClr val="accent6"/>
        </a:solidFill>
      </dgm:spPr>
      <dgm:t>
        <a:bodyPr vert="horz"/>
        <a:lstStyle/>
        <a:p>
          <a:r>
            <a:rPr lang="en-US" dirty="0"/>
            <a:t>proposals</a:t>
          </a:r>
        </a:p>
      </dgm:t>
    </dgm:pt>
    <dgm:pt modelId="{7AA0DC1D-4829-413B-9508-161BEE13F154}" type="parTrans" cxnId="{A21B1FE3-B3AE-4344-BEFA-B3E91F44A356}">
      <dgm:prSet/>
      <dgm:spPr/>
      <dgm:t>
        <a:bodyPr/>
        <a:lstStyle/>
        <a:p>
          <a:endParaRPr lang="en-US"/>
        </a:p>
      </dgm:t>
    </dgm:pt>
    <dgm:pt modelId="{B4EABAF7-EFAC-483F-9AF3-B9B61337915B}" type="sibTrans" cxnId="{A21B1FE3-B3AE-4344-BEFA-B3E91F44A356}">
      <dgm:prSet/>
      <dgm:spPr/>
      <dgm:t>
        <a:bodyPr/>
        <a:lstStyle/>
        <a:p>
          <a:endParaRPr lang="en-US"/>
        </a:p>
      </dgm:t>
    </dgm:pt>
    <dgm:pt modelId="{A3AD7F4B-53D7-4271-9655-E3E2B0DBFA04}">
      <dgm:prSet phldrT="[Text]" phldr="0"/>
      <dgm:spPr>
        <a:solidFill>
          <a:schemeClr val="accent6"/>
        </a:solidFill>
      </dgm:spPr>
      <dgm:t>
        <a:bodyPr vert="horz"/>
        <a:lstStyle/>
        <a:p>
          <a:r>
            <a:rPr lang="en-US" dirty="0"/>
            <a:t>protocols</a:t>
          </a:r>
        </a:p>
      </dgm:t>
    </dgm:pt>
    <dgm:pt modelId="{AF2258F5-FCE1-4343-8223-2C5F56BA47D8}" type="parTrans" cxnId="{063CB2EE-46CD-42D3-ABE9-44265F6ED554}">
      <dgm:prSet/>
      <dgm:spPr/>
      <dgm:t>
        <a:bodyPr/>
        <a:lstStyle/>
        <a:p>
          <a:endParaRPr lang="en-US"/>
        </a:p>
      </dgm:t>
    </dgm:pt>
    <dgm:pt modelId="{2E6472B2-DDAF-4F35-A1F4-2AA805D1DA26}" type="sibTrans" cxnId="{063CB2EE-46CD-42D3-ABE9-44265F6ED554}">
      <dgm:prSet/>
      <dgm:spPr/>
      <dgm:t>
        <a:bodyPr/>
        <a:lstStyle/>
        <a:p>
          <a:endParaRPr lang="en-US"/>
        </a:p>
      </dgm:t>
    </dgm:pt>
    <dgm:pt modelId="{6F4B74B5-DCC2-4CE9-8FB7-9AC71BDA58F4}">
      <dgm:prSet phldrT="[Text]" phldr="0"/>
      <dgm:spPr>
        <a:solidFill>
          <a:schemeClr val="accent6"/>
        </a:solidFill>
      </dgm:spPr>
      <dgm:t>
        <a:bodyPr vert="horz"/>
        <a:lstStyle/>
        <a:p>
          <a:r>
            <a:rPr lang="en-US" dirty="0"/>
            <a:t>publications</a:t>
          </a:r>
        </a:p>
      </dgm:t>
    </dgm:pt>
    <dgm:pt modelId="{3BFD3B4F-6869-4CA1-9736-669E05842035}" type="parTrans" cxnId="{6334B851-3537-469C-8911-948FE96AE8F8}">
      <dgm:prSet/>
      <dgm:spPr/>
      <dgm:t>
        <a:bodyPr/>
        <a:lstStyle/>
        <a:p>
          <a:endParaRPr lang="en-US"/>
        </a:p>
      </dgm:t>
    </dgm:pt>
    <dgm:pt modelId="{9A67B1A0-2447-4491-8363-260F87A5CA92}" type="sibTrans" cxnId="{6334B851-3537-469C-8911-948FE96AE8F8}">
      <dgm:prSet/>
      <dgm:spPr/>
      <dgm:t>
        <a:bodyPr/>
        <a:lstStyle/>
        <a:p>
          <a:endParaRPr lang="en-US"/>
        </a:p>
      </dgm:t>
    </dgm:pt>
    <dgm:pt modelId="{757F196C-7494-4D50-882B-0590DE192150}">
      <dgm:prSet phldrT="[Text]" phldr="0"/>
      <dgm:spPr>
        <a:solidFill>
          <a:schemeClr val="accent6"/>
        </a:solidFill>
      </dgm:spPr>
      <dgm:t>
        <a:bodyPr vert="horz"/>
        <a:lstStyle/>
        <a:p>
          <a:r>
            <a:rPr lang="en-US" dirty="0"/>
            <a:t>reports</a:t>
          </a:r>
        </a:p>
      </dgm:t>
    </dgm:pt>
    <dgm:pt modelId="{5D2A96BF-88AB-4136-BD31-290A91643577}" type="parTrans" cxnId="{48EF70CC-B678-4023-B71B-0447898BB77B}">
      <dgm:prSet/>
      <dgm:spPr/>
      <dgm:t>
        <a:bodyPr/>
        <a:lstStyle/>
        <a:p>
          <a:endParaRPr lang="en-US"/>
        </a:p>
      </dgm:t>
    </dgm:pt>
    <dgm:pt modelId="{975B2748-B83C-46CD-BABE-493EB0EF5544}" type="sibTrans" cxnId="{48EF70CC-B678-4023-B71B-0447898BB77B}">
      <dgm:prSet/>
      <dgm:spPr/>
      <dgm:t>
        <a:bodyPr/>
        <a:lstStyle/>
        <a:p>
          <a:endParaRPr lang="en-US"/>
        </a:p>
      </dgm:t>
    </dgm:pt>
    <dgm:pt modelId="{26074053-492B-460E-8AAA-AC86689C1444}">
      <dgm:prSet phldrT="[Text]" phldr="0"/>
      <dgm:spPr>
        <a:solidFill>
          <a:schemeClr val="accent6"/>
        </a:solidFill>
      </dgm:spPr>
      <dgm:t>
        <a:bodyPr vert="horz"/>
        <a:lstStyle/>
        <a:p>
          <a:r>
            <a:rPr lang="en-US" dirty="0"/>
            <a:t>talks</a:t>
          </a:r>
        </a:p>
      </dgm:t>
    </dgm:pt>
    <dgm:pt modelId="{37011037-7175-4F93-9549-BF3227227613}" type="parTrans" cxnId="{4BF6AD83-272A-48B9-B4AE-A1CF22D62CA7}">
      <dgm:prSet/>
      <dgm:spPr/>
      <dgm:t>
        <a:bodyPr/>
        <a:lstStyle/>
        <a:p>
          <a:endParaRPr lang="en-US"/>
        </a:p>
      </dgm:t>
    </dgm:pt>
    <dgm:pt modelId="{E8091D4F-DD0F-4B25-BF35-008277579873}" type="sibTrans" cxnId="{4BF6AD83-272A-48B9-B4AE-A1CF22D62CA7}">
      <dgm:prSet/>
      <dgm:spPr/>
      <dgm:t>
        <a:bodyPr/>
        <a:lstStyle/>
        <a:p>
          <a:endParaRPr lang="en-US"/>
        </a:p>
      </dgm:t>
    </dgm:pt>
    <dgm:pt modelId="{7A3EC2F5-7CF6-4958-A3EF-27E657C866EE}">
      <dgm:prSet phldrT="[Text]" phldr="0"/>
      <dgm:spPr>
        <a:solidFill>
          <a:schemeClr val="accent6"/>
        </a:solidFill>
      </dgm:spPr>
      <dgm:t>
        <a:bodyPr vert="horz"/>
        <a:lstStyle/>
        <a:p>
          <a:r>
            <a:rPr lang="en-US" dirty="0" err="1"/>
            <a:t>mdEditor</a:t>
          </a:r>
          <a:endParaRPr lang="en-US" dirty="0"/>
        </a:p>
      </dgm:t>
    </dgm:pt>
    <dgm:pt modelId="{C14C3732-67CB-4B1A-8FA0-85BA6203A265}" type="parTrans" cxnId="{1CFDDBB1-7B1B-4479-AED0-DCF6C8885845}">
      <dgm:prSet/>
      <dgm:spPr/>
      <dgm:t>
        <a:bodyPr/>
        <a:lstStyle/>
        <a:p>
          <a:endParaRPr lang="en-US"/>
        </a:p>
      </dgm:t>
    </dgm:pt>
    <dgm:pt modelId="{D210F751-F7D1-46E4-B270-651D76E32DC1}" type="sibTrans" cxnId="{1CFDDBB1-7B1B-4479-AED0-DCF6C8885845}">
      <dgm:prSet/>
      <dgm:spPr/>
      <dgm:t>
        <a:bodyPr/>
        <a:lstStyle/>
        <a:p>
          <a:endParaRPr lang="en-US"/>
        </a:p>
      </dgm:t>
    </dgm:pt>
    <dgm:pt modelId="{2714CED8-565C-459F-9EC8-C0C9572B6469}">
      <dgm:prSet phldrT="[Text]" phldr="0"/>
      <dgm:spPr>
        <a:solidFill>
          <a:schemeClr val="accent6"/>
        </a:solidFill>
      </dgm:spPr>
      <dgm:t>
        <a:bodyPr vert="horz"/>
        <a:lstStyle/>
        <a:p>
          <a:r>
            <a:rPr lang="en-US" dirty="0" err="1"/>
            <a:t>mdJSON</a:t>
          </a:r>
          <a:endParaRPr lang="en-US" dirty="0"/>
        </a:p>
      </dgm:t>
    </dgm:pt>
    <dgm:pt modelId="{281FFB24-F7F4-4D24-95DA-D4F3FA7FAA1B}" type="parTrans" cxnId="{7F8E6DDB-FEE6-407A-B5BB-43529D90E067}">
      <dgm:prSet/>
      <dgm:spPr/>
      <dgm:t>
        <a:bodyPr/>
        <a:lstStyle/>
        <a:p>
          <a:endParaRPr lang="en-US"/>
        </a:p>
      </dgm:t>
    </dgm:pt>
    <dgm:pt modelId="{3914D992-4DA0-4C1F-8690-0A15E6670CB8}" type="sibTrans" cxnId="{7F8E6DDB-FEE6-407A-B5BB-43529D90E067}">
      <dgm:prSet/>
      <dgm:spPr/>
      <dgm:t>
        <a:bodyPr/>
        <a:lstStyle/>
        <a:p>
          <a:endParaRPr lang="en-US"/>
        </a:p>
      </dgm:t>
    </dgm:pt>
    <dgm:pt modelId="{C9358396-2593-476F-89C3-533D4CD932FA}" type="pres">
      <dgm:prSet presAssocID="{3AE7CBBA-42FB-49F6-ACF1-27C77CA5563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8FC4EA-2547-4E47-83A0-90B52038EB25}" type="pres">
      <dgm:prSet presAssocID="{53D1AD60-24AE-4B4E-843C-5D0DEB657E1A}" presName="hierRoot1" presStyleCnt="0">
        <dgm:presLayoutVars>
          <dgm:hierBranch val="init"/>
        </dgm:presLayoutVars>
      </dgm:prSet>
      <dgm:spPr/>
    </dgm:pt>
    <dgm:pt modelId="{DEF9F9BB-9F4F-455F-971D-F1594107FD5C}" type="pres">
      <dgm:prSet presAssocID="{53D1AD60-24AE-4B4E-843C-5D0DEB657E1A}" presName="rootComposite1" presStyleCnt="0"/>
      <dgm:spPr/>
    </dgm:pt>
    <dgm:pt modelId="{A3DE660E-55E8-4AD1-83C0-F6F09E37957F}" type="pres">
      <dgm:prSet presAssocID="{53D1AD60-24AE-4B4E-843C-5D0DEB657E1A}" presName="rootText1" presStyleLbl="node0" presStyleIdx="0" presStyleCnt="1" custScaleX="243123">
        <dgm:presLayoutVars>
          <dgm:chPref val="3"/>
        </dgm:presLayoutVars>
      </dgm:prSet>
      <dgm:spPr/>
    </dgm:pt>
    <dgm:pt modelId="{12D65C92-B73D-4514-9ED5-BF323547CAF1}" type="pres">
      <dgm:prSet presAssocID="{53D1AD60-24AE-4B4E-843C-5D0DEB657E1A}" presName="rootConnector1" presStyleLbl="node1" presStyleIdx="0" presStyleCnt="0"/>
      <dgm:spPr/>
    </dgm:pt>
    <dgm:pt modelId="{1F30F48F-A36E-42D0-8F7C-35373A55B09F}" type="pres">
      <dgm:prSet presAssocID="{53D1AD60-24AE-4B4E-843C-5D0DEB657E1A}" presName="hierChild2" presStyleCnt="0"/>
      <dgm:spPr/>
    </dgm:pt>
    <dgm:pt modelId="{CB9CF074-B712-4855-9C88-6A6C11368619}" type="pres">
      <dgm:prSet presAssocID="{E8948BF5-25B6-4FC3-AC8A-3260F55E226B}" presName="Name37" presStyleLbl="parChTrans1D2" presStyleIdx="0" presStyleCnt="6"/>
      <dgm:spPr/>
    </dgm:pt>
    <dgm:pt modelId="{B6A2EF96-CABF-4BD5-B56F-43694F2FF5DA}" type="pres">
      <dgm:prSet presAssocID="{0F12E75B-042A-4A18-9EE2-A6BDE07AA4A6}" presName="hierRoot2" presStyleCnt="0">
        <dgm:presLayoutVars>
          <dgm:hierBranch val="init"/>
        </dgm:presLayoutVars>
      </dgm:prSet>
      <dgm:spPr/>
    </dgm:pt>
    <dgm:pt modelId="{5658B21B-A2BD-48A8-899F-C61479C49356}" type="pres">
      <dgm:prSet presAssocID="{0F12E75B-042A-4A18-9EE2-A6BDE07AA4A6}" presName="rootComposite" presStyleCnt="0"/>
      <dgm:spPr/>
    </dgm:pt>
    <dgm:pt modelId="{3272713B-43FD-4C6A-96C3-33D05AAAA503}" type="pres">
      <dgm:prSet presAssocID="{0F12E75B-042A-4A18-9EE2-A6BDE07AA4A6}" presName="rootText" presStyleLbl="node2" presStyleIdx="0" presStyleCnt="6">
        <dgm:presLayoutVars>
          <dgm:chPref val="3"/>
        </dgm:presLayoutVars>
      </dgm:prSet>
      <dgm:spPr/>
    </dgm:pt>
    <dgm:pt modelId="{E012021E-CF74-4573-97E2-04C73573CF68}" type="pres">
      <dgm:prSet presAssocID="{0F12E75B-042A-4A18-9EE2-A6BDE07AA4A6}" presName="rootConnector" presStyleLbl="node2" presStyleIdx="0" presStyleCnt="6"/>
      <dgm:spPr/>
    </dgm:pt>
    <dgm:pt modelId="{8E3C7E1D-74DF-4501-8D0B-6A34FFD4B107}" type="pres">
      <dgm:prSet presAssocID="{0F12E75B-042A-4A18-9EE2-A6BDE07AA4A6}" presName="hierChild4" presStyleCnt="0"/>
      <dgm:spPr/>
    </dgm:pt>
    <dgm:pt modelId="{8DD76DE5-D460-403A-8326-A0A43929EC9C}" type="pres">
      <dgm:prSet presAssocID="{0F12E75B-042A-4A18-9EE2-A6BDE07AA4A6}" presName="hierChild5" presStyleCnt="0"/>
      <dgm:spPr/>
    </dgm:pt>
    <dgm:pt modelId="{0A44B195-2D36-4F70-B698-7660208F21CE}" type="pres">
      <dgm:prSet presAssocID="{394CDEFC-2563-430F-B0DB-B82AE02BA3CF}" presName="Name37" presStyleLbl="parChTrans1D2" presStyleIdx="1" presStyleCnt="6"/>
      <dgm:spPr/>
    </dgm:pt>
    <dgm:pt modelId="{DE30FF40-A3E3-4756-95A9-67109AE0A5C4}" type="pres">
      <dgm:prSet presAssocID="{FC0DBD0C-6174-4E1F-9A31-9D9190AEC598}" presName="hierRoot2" presStyleCnt="0">
        <dgm:presLayoutVars>
          <dgm:hierBranch val="init"/>
        </dgm:presLayoutVars>
      </dgm:prSet>
      <dgm:spPr/>
    </dgm:pt>
    <dgm:pt modelId="{1A6D2BA5-E4DA-4CF1-95CB-063EB8236AE6}" type="pres">
      <dgm:prSet presAssocID="{FC0DBD0C-6174-4E1F-9A31-9D9190AEC598}" presName="rootComposite" presStyleCnt="0"/>
      <dgm:spPr/>
    </dgm:pt>
    <dgm:pt modelId="{7FFEA8D2-5BE6-447B-BDFC-D7D12BA1A35D}" type="pres">
      <dgm:prSet presAssocID="{FC0DBD0C-6174-4E1F-9A31-9D9190AEC598}" presName="rootText" presStyleLbl="node2" presStyleIdx="1" presStyleCnt="6">
        <dgm:presLayoutVars>
          <dgm:chPref val="3"/>
        </dgm:presLayoutVars>
      </dgm:prSet>
      <dgm:spPr/>
    </dgm:pt>
    <dgm:pt modelId="{A797049E-C4B8-461D-97F4-2100E32DAAF9}" type="pres">
      <dgm:prSet presAssocID="{FC0DBD0C-6174-4E1F-9A31-9D9190AEC598}" presName="rootConnector" presStyleLbl="node2" presStyleIdx="1" presStyleCnt="6"/>
      <dgm:spPr/>
    </dgm:pt>
    <dgm:pt modelId="{70268862-FFD8-43F1-8FA9-7760C5F55037}" type="pres">
      <dgm:prSet presAssocID="{FC0DBD0C-6174-4E1F-9A31-9D9190AEC598}" presName="hierChild4" presStyleCnt="0"/>
      <dgm:spPr/>
    </dgm:pt>
    <dgm:pt modelId="{44B97D40-B2E2-4239-902D-30A4EFF07D3A}" type="pres">
      <dgm:prSet presAssocID="{6FE53475-9D9E-4502-9BDC-F8B3B8A27192}" presName="Name37" presStyleLbl="parChTrans1D3" presStyleIdx="0" presStyleCnt="10"/>
      <dgm:spPr/>
    </dgm:pt>
    <dgm:pt modelId="{4217F698-6FD0-482C-8969-760E3D5E8A68}" type="pres">
      <dgm:prSet presAssocID="{D4C46CFD-D8C0-45CB-AC01-202B8DF99909}" presName="hierRoot2" presStyleCnt="0">
        <dgm:presLayoutVars>
          <dgm:hierBranch val="init"/>
        </dgm:presLayoutVars>
      </dgm:prSet>
      <dgm:spPr/>
    </dgm:pt>
    <dgm:pt modelId="{E5573013-24FE-4AB8-8957-658086AC5915}" type="pres">
      <dgm:prSet presAssocID="{D4C46CFD-D8C0-45CB-AC01-202B8DF99909}" presName="rootComposite" presStyleCnt="0"/>
      <dgm:spPr/>
    </dgm:pt>
    <dgm:pt modelId="{697BAB52-3323-4CBD-8B80-07DD6D518089}" type="pres">
      <dgm:prSet presAssocID="{D4C46CFD-D8C0-45CB-AC01-202B8DF99909}" presName="rootText" presStyleLbl="node3" presStyleIdx="0" presStyleCnt="10">
        <dgm:presLayoutVars>
          <dgm:chPref val="3"/>
        </dgm:presLayoutVars>
      </dgm:prSet>
      <dgm:spPr/>
    </dgm:pt>
    <dgm:pt modelId="{7245DE5F-4BC5-4708-BE4B-A8113408CC8D}" type="pres">
      <dgm:prSet presAssocID="{D4C46CFD-D8C0-45CB-AC01-202B8DF99909}" presName="rootConnector" presStyleLbl="node3" presStyleIdx="0" presStyleCnt="10"/>
      <dgm:spPr/>
    </dgm:pt>
    <dgm:pt modelId="{97D7A552-03B0-4C7A-9885-127A177089B0}" type="pres">
      <dgm:prSet presAssocID="{D4C46CFD-D8C0-45CB-AC01-202B8DF99909}" presName="hierChild4" presStyleCnt="0"/>
      <dgm:spPr/>
    </dgm:pt>
    <dgm:pt modelId="{B5BABDB7-C652-4107-A611-6B97123E90B2}" type="pres">
      <dgm:prSet presAssocID="{D4C46CFD-D8C0-45CB-AC01-202B8DF99909}" presName="hierChild5" presStyleCnt="0"/>
      <dgm:spPr/>
    </dgm:pt>
    <dgm:pt modelId="{29BC3717-D224-4D2C-94E8-B72F5AAAECF0}" type="pres">
      <dgm:prSet presAssocID="{AB535451-FD72-42B2-B1B3-C1BA7742CCE7}" presName="Name37" presStyleLbl="parChTrans1D3" presStyleIdx="1" presStyleCnt="10"/>
      <dgm:spPr/>
    </dgm:pt>
    <dgm:pt modelId="{BC7A10CE-5C84-4F10-A4CE-3956AD864647}" type="pres">
      <dgm:prSet presAssocID="{764D62D6-5AF6-45D1-8D30-C163DA83B6BA}" presName="hierRoot2" presStyleCnt="0">
        <dgm:presLayoutVars>
          <dgm:hierBranch val="init"/>
        </dgm:presLayoutVars>
      </dgm:prSet>
      <dgm:spPr/>
    </dgm:pt>
    <dgm:pt modelId="{0337EBD9-C631-46D0-9D7F-7A8D94369566}" type="pres">
      <dgm:prSet presAssocID="{764D62D6-5AF6-45D1-8D30-C163DA83B6BA}" presName="rootComposite" presStyleCnt="0"/>
      <dgm:spPr/>
    </dgm:pt>
    <dgm:pt modelId="{255EEC32-4C5B-4677-B23D-B8B6898F6A55}" type="pres">
      <dgm:prSet presAssocID="{764D62D6-5AF6-45D1-8D30-C163DA83B6BA}" presName="rootText" presStyleLbl="node3" presStyleIdx="1" presStyleCnt="10">
        <dgm:presLayoutVars>
          <dgm:chPref val="3"/>
        </dgm:presLayoutVars>
      </dgm:prSet>
      <dgm:spPr/>
    </dgm:pt>
    <dgm:pt modelId="{E89A6C64-A810-46DB-9069-8E921FF257CA}" type="pres">
      <dgm:prSet presAssocID="{764D62D6-5AF6-45D1-8D30-C163DA83B6BA}" presName="rootConnector" presStyleLbl="node3" presStyleIdx="1" presStyleCnt="10"/>
      <dgm:spPr/>
    </dgm:pt>
    <dgm:pt modelId="{5F033AE8-5740-4535-B294-D4025591AE4F}" type="pres">
      <dgm:prSet presAssocID="{764D62D6-5AF6-45D1-8D30-C163DA83B6BA}" presName="hierChild4" presStyleCnt="0"/>
      <dgm:spPr/>
    </dgm:pt>
    <dgm:pt modelId="{94B222E7-C837-4168-843F-88858C0FD216}" type="pres">
      <dgm:prSet presAssocID="{764D62D6-5AF6-45D1-8D30-C163DA83B6BA}" presName="hierChild5" presStyleCnt="0"/>
      <dgm:spPr/>
    </dgm:pt>
    <dgm:pt modelId="{7E4E1A32-7FBD-4773-B11D-FBBEF0BAB33C}" type="pres">
      <dgm:prSet presAssocID="{FC0DBD0C-6174-4E1F-9A31-9D9190AEC598}" presName="hierChild5" presStyleCnt="0"/>
      <dgm:spPr/>
    </dgm:pt>
    <dgm:pt modelId="{0EFC539B-0569-47CF-98CA-EEA2950895F3}" type="pres">
      <dgm:prSet presAssocID="{3B9067BD-B96C-4DC0-A11B-A6D69712EB88}" presName="Name37" presStyleLbl="parChTrans1D2" presStyleIdx="2" presStyleCnt="6"/>
      <dgm:spPr/>
    </dgm:pt>
    <dgm:pt modelId="{92AA41C4-CB03-4A74-A61C-B731950A2D25}" type="pres">
      <dgm:prSet presAssocID="{A4C8581A-7961-4128-A9FF-A846DB760FB2}" presName="hierRoot2" presStyleCnt="0">
        <dgm:presLayoutVars>
          <dgm:hierBranch val="init"/>
        </dgm:presLayoutVars>
      </dgm:prSet>
      <dgm:spPr/>
    </dgm:pt>
    <dgm:pt modelId="{9506C161-7F26-4806-8DDB-ADD932F616A1}" type="pres">
      <dgm:prSet presAssocID="{A4C8581A-7961-4128-A9FF-A846DB760FB2}" presName="rootComposite" presStyleCnt="0"/>
      <dgm:spPr/>
    </dgm:pt>
    <dgm:pt modelId="{FCF76ECA-BB97-4FD7-9F25-B953AAC28C61}" type="pres">
      <dgm:prSet presAssocID="{A4C8581A-7961-4128-A9FF-A846DB760FB2}" presName="rootText" presStyleLbl="node2" presStyleIdx="2" presStyleCnt="6">
        <dgm:presLayoutVars>
          <dgm:chPref val="3"/>
        </dgm:presLayoutVars>
      </dgm:prSet>
      <dgm:spPr/>
    </dgm:pt>
    <dgm:pt modelId="{444B0368-D971-4249-A211-D3798FBC945F}" type="pres">
      <dgm:prSet presAssocID="{A4C8581A-7961-4128-A9FF-A846DB760FB2}" presName="rootConnector" presStyleLbl="node2" presStyleIdx="2" presStyleCnt="6"/>
      <dgm:spPr/>
    </dgm:pt>
    <dgm:pt modelId="{8B03FC1C-BC9A-4686-A924-B52F2B596F94}" type="pres">
      <dgm:prSet presAssocID="{A4C8581A-7961-4128-A9FF-A846DB760FB2}" presName="hierChild4" presStyleCnt="0"/>
      <dgm:spPr/>
    </dgm:pt>
    <dgm:pt modelId="{09D810FD-729D-4163-BAAC-86BA71573C27}" type="pres">
      <dgm:prSet presAssocID="{C2A49931-3ED4-488B-886C-483C965A0907}" presName="Name37" presStyleLbl="parChTrans1D3" presStyleIdx="2" presStyleCnt="10"/>
      <dgm:spPr/>
    </dgm:pt>
    <dgm:pt modelId="{6F46DE97-001B-48E2-8A0B-73CBF4F60193}" type="pres">
      <dgm:prSet presAssocID="{0223F978-CD58-4C84-BC33-1A7AFC9F475C}" presName="hierRoot2" presStyleCnt="0">
        <dgm:presLayoutVars>
          <dgm:hierBranch val="init"/>
        </dgm:presLayoutVars>
      </dgm:prSet>
      <dgm:spPr/>
    </dgm:pt>
    <dgm:pt modelId="{8CEFD5A3-CAF0-4D95-9735-29A0A078394F}" type="pres">
      <dgm:prSet presAssocID="{0223F978-CD58-4C84-BC33-1A7AFC9F475C}" presName="rootComposite" presStyleCnt="0"/>
      <dgm:spPr/>
    </dgm:pt>
    <dgm:pt modelId="{64F43C28-BCC3-415D-9EF8-01670B5C12E4}" type="pres">
      <dgm:prSet presAssocID="{0223F978-CD58-4C84-BC33-1A7AFC9F475C}" presName="rootText" presStyleLbl="node3" presStyleIdx="2" presStyleCnt="10">
        <dgm:presLayoutVars>
          <dgm:chPref val="3"/>
        </dgm:presLayoutVars>
      </dgm:prSet>
      <dgm:spPr>
        <a:xfrm>
          <a:off x="3078888" y="2830312"/>
          <a:ext cx="1152177" cy="576088"/>
        </a:xfrm>
      </dgm:spPr>
    </dgm:pt>
    <dgm:pt modelId="{A9B9E8D7-A1A2-494D-AD91-470D4D01A125}" type="pres">
      <dgm:prSet presAssocID="{0223F978-CD58-4C84-BC33-1A7AFC9F475C}" presName="rootConnector" presStyleLbl="node3" presStyleIdx="2" presStyleCnt="10"/>
      <dgm:spPr/>
    </dgm:pt>
    <dgm:pt modelId="{C81FC914-D1F2-496C-B1DC-DCDAB2505D55}" type="pres">
      <dgm:prSet presAssocID="{0223F978-CD58-4C84-BC33-1A7AFC9F475C}" presName="hierChild4" presStyleCnt="0"/>
      <dgm:spPr/>
    </dgm:pt>
    <dgm:pt modelId="{B9C2F521-D415-4678-AD43-CCC1D67E4920}" type="pres">
      <dgm:prSet presAssocID="{0223F978-CD58-4C84-BC33-1A7AFC9F475C}" presName="hierChild5" presStyleCnt="0"/>
      <dgm:spPr/>
    </dgm:pt>
    <dgm:pt modelId="{04202D3A-CEA2-4307-AED0-8F0F008098C9}" type="pres">
      <dgm:prSet presAssocID="{7AA0DC1D-4829-413B-9508-161BEE13F154}" presName="Name37" presStyleLbl="parChTrans1D3" presStyleIdx="3" presStyleCnt="10"/>
      <dgm:spPr/>
    </dgm:pt>
    <dgm:pt modelId="{C1E53DF6-8853-4387-BB9D-4C435F4FA736}" type="pres">
      <dgm:prSet presAssocID="{2842F2C7-9C96-4A70-A25C-0564AD9D3622}" presName="hierRoot2" presStyleCnt="0">
        <dgm:presLayoutVars>
          <dgm:hierBranch val="init"/>
        </dgm:presLayoutVars>
      </dgm:prSet>
      <dgm:spPr/>
    </dgm:pt>
    <dgm:pt modelId="{DAF93012-2B94-4C65-AA14-9454F418CC0D}" type="pres">
      <dgm:prSet presAssocID="{2842F2C7-9C96-4A70-A25C-0564AD9D3622}" presName="rootComposite" presStyleCnt="0"/>
      <dgm:spPr/>
    </dgm:pt>
    <dgm:pt modelId="{0B36308E-4767-46F9-82F3-06CE69D3CC1E}" type="pres">
      <dgm:prSet presAssocID="{2842F2C7-9C96-4A70-A25C-0564AD9D3622}" presName="rootText" presStyleLbl="node3" presStyleIdx="3" presStyleCnt="10">
        <dgm:presLayoutVars>
          <dgm:chPref val="3"/>
        </dgm:presLayoutVars>
      </dgm:prSet>
      <dgm:spPr/>
    </dgm:pt>
    <dgm:pt modelId="{DF56C363-815B-4397-B438-E94E870B1725}" type="pres">
      <dgm:prSet presAssocID="{2842F2C7-9C96-4A70-A25C-0564AD9D3622}" presName="rootConnector" presStyleLbl="node3" presStyleIdx="3" presStyleCnt="10"/>
      <dgm:spPr/>
    </dgm:pt>
    <dgm:pt modelId="{C9E7ADD4-440A-41E8-8F46-F93BE3E89BAA}" type="pres">
      <dgm:prSet presAssocID="{2842F2C7-9C96-4A70-A25C-0564AD9D3622}" presName="hierChild4" presStyleCnt="0"/>
      <dgm:spPr/>
    </dgm:pt>
    <dgm:pt modelId="{75F66894-CB2B-4065-ACB2-64B410C2E20B}" type="pres">
      <dgm:prSet presAssocID="{2842F2C7-9C96-4A70-A25C-0564AD9D3622}" presName="hierChild5" presStyleCnt="0"/>
      <dgm:spPr/>
    </dgm:pt>
    <dgm:pt modelId="{D432036D-1663-46F8-A797-7E2A4FC15A63}" type="pres">
      <dgm:prSet presAssocID="{AF2258F5-FCE1-4343-8223-2C5F56BA47D8}" presName="Name37" presStyleLbl="parChTrans1D3" presStyleIdx="4" presStyleCnt="10"/>
      <dgm:spPr/>
    </dgm:pt>
    <dgm:pt modelId="{7579D3B1-45FB-418F-9206-D5DC96D81122}" type="pres">
      <dgm:prSet presAssocID="{A3AD7F4B-53D7-4271-9655-E3E2B0DBFA04}" presName="hierRoot2" presStyleCnt="0">
        <dgm:presLayoutVars>
          <dgm:hierBranch val="init"/>
        </dgm:presLayoutVars>
      </dgm:prSet>
      <dgm:spPr/>
    </dgm:pt>
    <dgm:pt modelId="{A0EC2FD6-1972-481E-98C9-A326AA941D02}" type="pres">
      <dgm:prSet presAssocID="{A3AD7F4B-53D7-4271-9655-E3E2B0DBFA04}" presName="rootComposite" presStyleCnt="0"/>
      <dgm:spPr/>
    </dgm:pt>
    <dgm:pt modelId="{E82D0D13-624E-4461-A134-0B5E0CF2F7E9}" type="pres">
      <dgm:prSet presAssocID="{A3AD7F4B-53D7-4271-9655-E3E2B0DBFA04}" presName="rootText" presStyleLbl="node3" presStyleIdx="4" presStyleCnt="10">
        <dgm:presLayoutVars>
          <dgm:chPref val="3"/>
        </dgm:presLayoutVars>
      </dgm:prSet>
      <dgm:spPr/>
    </dgm:pt>
    <dgm:pt modelId="{5F3239FA-64C7-444F-AC1E-D86CECBBF103}" type="pres">
      <dgm:prSet presAssocID="{A3AD7F4B-53D7-4271-9655-E3E2B0DBFA04}" presName="rootConnector" presStyleLbl="node3" presStyleIdx="4" presStyleCnt="10"/>
      <dgm:spPr/>
    </dgm:pt>
    <dgm:pt modelId="{CB529D1C-06A1-45F1-8C95-7A0F2B657365}" type="pres">
      <dgm:prSet presAssocID="{A3AD7F4B-53D7-4271-9655-E3E2B0DBFA04}" presName="hierChild4" presStyleCnt="0"/>
      <dgm:spPr/>
    </dgm:pt>
    <dgm:pt modelId="{98364796-D46A-4257-81B5-B6DAEA050101}" type="pres">
      <dgm:prSet presAssocID="{A3AD7F4B-53D7-4271-9655-E3E2B0DBFA04}" presName="hierChild5" presStyleCnt="0"/>
      <dgm:spPr/>
    </dgm:pt>
    <dgm:pt modelId="{3A805EB4-2E68-4005-9E8C-96CD4EFB372F}" type="pres">
      <dgm:prSet presAssocID="{3BFD3B4F-6869-4CA1-9736-669E05842035}" presName="Name37" presStyleLbl="parChTrans1D3" presStyleIdx="5" presStyleCnt="10"/>
      <dgm:spPr/>
    </dgm:pt>
    <dgm:pt modelId="{B77B1A4C-5875-448E-B105-5479C28D6380}" type="pres">
      <dgm:prSet presAssocID="{6F4B74B5-DCC2-4CE9-8FB7-9AC71BDA58F4}" presName="hierRoot2" presStyleCnt="0">
        <dgm:presLayoutVars>
          <dgm:hierBranch val="init"/>
        </dgm:presLayoutVars>
      </dgm:prSet>
      <dgm:spPr/>
    </dgm:pt>
    <dgm:pt modelId="{A81C63D8-E287-4E55-A6B7-A7B01FF1044D}" type="pres">
      <dgm:prSet presAssocID="{6F4B74B5-DCC2-4CE9-8FB7-9AC71BDA58F4}" presName="rootComposite" presStyleCnt="0"/>
      <dgm:spPr/>
    </dgm:pt>
    <dgm:pt modelId="{67E27EB6-D943-4569-8A6F-74A1C6B9ACD5}" type="pres">
      <dgm:prSet presAssocID="{6F4B74B5-DCC2-4CE9-8FB7-9AC71BDA58F4}" presName="rootText" presStyleLbl="node3" presStyleIdx="5" presStyleCnt="10">
        <dgm:presLayoutVars>
          <dgm:chPref val="3"/>
        </dgm:presLayoutVars>
      </dgm:prSet>
      <dgm:spPr/>
    </dgm:pt>
    <dgm:pt modelId="{0B905D74-7E84-4141-903E-C267F7E99D6C}" type="pres">
      <dgm:prSet presAssocID="{6F4B74B5-DCC2-4CE9-8FB7-9AC71BDA58F4}" presName="rootConnector" presStyleLbl="node3" presStyleIdx="5" presStyleCnt="10"/>
      <dgm:spPr/>
    </dgm:pt>
    <dgm:pt modelId="{97F1D35D-42FD-4804-9694-73B424A849AC}" type="pres">
      <dgm:prSet presAssocID="{6F4B74B5-DCC2-4CE9-8FB7-9AC71BDA58F4}" presName="hierChild4" presStyleCnt="0"/>
      <dgm:spPr/>
    </dgm:pt>
    <dgm:pt modelId="{539B9279-ECE1-4B35-81A9-7CDFF7C8BE64}" type="pres">
      <dgm:prSet presAssocID="{6F4B74B5-DCC2-4CE9-8FB7-9AC71BDA58F4}" presName="hierChild5" presStyleCnt="0"/>
      <dgm:spPr/>
    </dgm:pt>
    <dgm:pt modelId="{D894C9B9-CA67-473E-8381-D96934957E68}" type="pres">
      <dgm:prSet presAssocID="{5D2A96BF-88AB-4136-BD31-290A91643577}" presName="Name37" presStyleLbl="parChTrans1D3" presStyleIdx="6" presStyleCnt="10"/>
      <dgm:spPr/>
    </dgm:pt>
    <dgm:pt modelId="{E9064ADA-CA13-482B-9311-8E596E918957}" type="pres">
      <dgm:prSet presAssocID="{757F196C-7494-4D50-882B-0590DE192150}" presName="hierRoot2" presStyleCnt="0">
        <dgm:presLayoutVars>
          <dgm:hierBranch val="init"/>
        </dgm:presLayoutVars>
      </dgm:prSet>
      <dgm:spPr/>
    </dgm:pt>
    <dgm:pt modelId="{13A1E35C-8348-4B0E-88AB-7A79E11A8F28}" type="pres">
      <dgm:prSet presAssocID="{757F196C-7494-4D50-882B-0590DE192150}" presName="rootComposite" presStyleCnt="0"/>
      <dgm:spPr/>
    </dgm:pt>
    <dgm:pt modelId="{BB202E18-CF87-4122-96E5-7804D89E4C4A}" type="pres">
      <dgm:prSet presAssocID="{757F196C-7494-4D50-882B-0590DE192150}" presName="rootText" presStyleLbl="node3" presStyleIdx="6" presStyleCnt="10">
        <dgm:presLayoutVars>
          <dgm:chPref val="3"/>
        </dgm:presLayoutVars>
      </dgm:prSet>
      <dgm:spPr/>
    </dgm:pt>
    <dgm:pt modelId="{DC91E37F-215B-40B3-A919-076772D05EAE}" type="pres">
      <dgm:prSet presAssocID="{757F196C-7494-4D50-882B-0590DE192150}" presName="rootConnector" presStyleLbl="node3" presStyleIdx="6" presStyleCnt="10"/>
      <dgm:spPr/>
    </dgm:pt>
    <dgm:pt modelId="{CBC1F0A9-2D6E-4FC7-AE21-2B6FC7A06562}" type="pres">
      <dgm:prSet presAssocID="{757F196C-7494-4D50-882B-0590DE192150}" presName="hierChild4" presStyleCnt="0"/>
      <dgm:spPr/>
    </dgm:pt>
    <dgm:pt modelId="{CF1EE272-D22F-460E-86BC-57E64D00C6EE}" type="pres">
      <dgm:prSet presAssocID="{757F196C-7494-4D50-882B-0590DE192150}" presName="hierChild5" presStyleCnt="0"/>
      <dgm:spPr/>
    </dgm:pt>
    <dgm:pt modelId="{449BD447-C333-4074-A59D-C5C578CB456D}" type="pres">
      <dgm:prSet presAssocID="{37011037-7175-4F93-9549-BF3227227613}" presName="Name37" presStyleLbl="parChTrans1D3" presStyleIdx="7" presStyleCnt="10"/>
      <dgm:spPr/>
    </dgm:pt>
    <dgm:pt modelId="{51AA399D-D284-4F28-B3D7-BAFF49C15F7B}" type="pres">
      <dgm:prSet presAssocID="{26074053-492B-460E-8AAA-AC86689C1444}" presName="hierRoot2" presStyleCnt="0">
        <dgm:presLayoutVars>
          <dgm:hierBranch val="init"/>
        </dgm:presLayoutVars>
      </dgm:prSet>
      <dgm:spPr/>
    </dgm:pt>
    <dgm:pt modelId="{7E4D5D7B-FACE-4A89-95D0-CCE6E0194242}" type="pres">
      <dgm:prSet presAssocID="{26074053-492B-460E-8AAA-AC86689C1444}" presName="rootComposite" presStyleCnt="0"/>
      <dgm:spPr/>
    </dgm:pt>
    <dgm:pt modelId="{0ECF2CED-0B7F-47B1-9F70-4D425C01E482}" type="pres">
      <dgm:prSet presAssocID="{26074053-492B-460E-8AAA-AC86689C1444}" presName="rootText" presStyleLbl="node3" presStyleIdx="7" presStyleCnt="10">
        <dgm:presLayoutVars>
          <dgm:chPref val="3"/>
        </dgm:presLayoutVars>
      </dgm:prSet>
      <dgm:spPr/>
    </dgm:pt>
    <dgm:pt modelId="{4140F358-2752-4965-8157-457B18AAD23A}" type="pres">
      <dgm:prSet presAssocID="{26074053-492B-460E-8AAA-AC86689C1444}" presName="rootConnector" presStyleLbl="node3" presStyleIdx="7" presStyleCnt="10"/>
      <dgm:spPr/>
    </dgm:pt>
    <dgm:pt modelId="{2C7B52A9-2E18-4675-8571-83BC339BF42F}" type="pres">
      <dgm:prSet presAssocID="{26074053-492B-460E-8AAA-AC86689C1444}" presName="hierChild4" presStyleCnt="0"/>
      <dgm:spPr/>
    </dgm:pt>
    <dgm:pt modelId="{D7A7B21E-9C13-45D6-B6A0-65B0905BE73E}" type="pres">
      <dgm:prSet presAssocID="{26074053-492B-460E-8AAA-AC86689C1444}" presName="hierChild5" presStyleCnt="0"/>
      <dgm:spPr/>
    </dgm:pt>
    <dgm:pt modelId="{1C95B263-95D0-4CE8-AB23-A725621E5FE1}" type="pres">
      <dgm:prSet presAssocID="{A4C8581A-7961-4128-A9FF-A846DB760FB2}" presName="hierChild5" presStyleCnt="0"/>
      <dgm:spPr/>
    </dgm:pt>
    <dgm:pt modelId="{719FE525-391E-4D25-9FDD-D755A7CA360B}" type="pres">
      <dgm:prSet presAssocID="{1293258C-7680-4541-BE01-CCD751A480C6}" presName="Name37" presStyleLbl="parChTrans1D2" presStyleIdx="3" presStyleCnt="6"/>
      <dgm:spPr/>
    </dgm:pt>
    <dgm:pt modelId="{574A26EC-6C20-4342-9F65-F5A0FE0627B5}" type="pres">
      <dgm:prSet presAssocID="{C811082F-856A-45CF-BFB6-44C3D675F0D5}" presName="hierRoot2" presStyleCnt="0">
        <dgm:presLayoutVars>
          <dgm:hierBranch val="init"/>
        </dgm:presLayoutVars>
      </dgm:prSet>
      <dgm:spPr/>
    </dgm:pt>
    <dgm:pt modelId="{D38887D6-4A7C-4215-8F15-872ACD6C57B3}" type="pres">
      <dgm:prSet presAssocID="{C811082F-856A-45CF-BFB6-44C3D675F0D5}" presName="rootComposite" presStyleCnt="0"/>
      <dgm:spPr/>
    </dgm:pt>
    <dgm:pt modelId="{40585DCD-A354-4A8F-8BE2-4B84BE26E0B4}" type="pres">
      <dgm:prSet presAssocID="{C811082F-856A-45CF-BFB6-44C3D675F0D5}" presName="rootText" presStyleLbl="node2" presStyleIdx="3" presStyleCnt="6">
        <dgm:presLayoutVars>
          <dgm:chPref val="3"/>
        </dgm:presLayoutVars>
      </dgm:prSet>
      <dgm:spPr/>
    </dgm:pt>
    <dgm:pt modelId="{315E80A6-E669-4580-8500-873CBF3017E3}" type="pres">
      <dgm:prSet presAssocID="{C811082F-856A-45CF-BFB6-44C3D675F0D5}" presName="rootConnector" presStyleLbl="node2" presStyleIdx="3" presStyleCnt="6"/>
      <dgm:spPr/>
    </dgm:pt>
    <dgm:pt modelId="{85D5A769-430C-433E-A22F-63A15E3656A7}" type="pres">
      <dgm:prSet presAssocID="{C811082F-856A-45CF-BFB6-44C3D675F0D5}" presName="hierChild4" presStyleCnt="0"/>
      <dgm:spPr/>
    </dgm:pt>
    <dgm:pt modelId="{F43FD48B-860B-40E8-88B0-042379A6210F}" type="pres">
      <dgm:prSet presAssocID="{C811082F-856A-45CF-BFB6-44C3D675F0D5}" presName="hierChild5" presStyleCnt="0"/>
      <dgm:spPr/>
    </dgm:pt>
    <dgm:pt modelId="{74A27665-3F0D-4DB9-B233-4964CADF5CE0}" type="pres">
      <dgm:prSet presAssocID="{513E3295-F8F4-4640-A4B6-268B0778FB53}" presName="Name37" presStyleLbl="parChTrans1D2" presStyleIdx="4" presStyleCnt="6"/>
      <dgm:spPr/>
    </dgm:pt>
    <dgm:pt modelId="{E41D7961-DE14-4475-B0CD-27B6A184EBB3}" type="pres">
      <dgm:prSet presAssocID="{CB489014-E083-42C3-BE55-B21276EA468D}" presName="hierRoot2" presStyleCnt="0">
        <dgm:presLayoutVars>
          <dgm:hierBranch val="init"/>
        </dgm:presLayoutVars>
      </dgm:prSet>
      <dgm:spPr/>
    </dgm:pt>
    <dgm:pt modelId="{159AD4DD-AB42-4C55-B212-89EFB50F3D7C}" type="pres">
      <dgm:prSet presAssocID="{CB489014-E083-42C3-BE55-B21276EA468D}" presName="rootComposite" presStyleCnt="0"/>
      <dgm:spPr/>
    </dgm:pt>
    <dgm:pt modelId="{04E3A88E-ACCD-4309-AAFA-4D0788FA0823}" type="pres">
      <dgm:prSet presAssocID="{CB489014-E083-42C3-BE55-B21276EA468D}" presName="rootText" presStyleLbl="node2" presStyleIdx="4" presStyleCnt="6">
        <dgm:presLayoutVars>
          <dgm:chPref val="3"/>
        </dgm:presLayoutVars>
      </dgm:prSet>
      <dgm:spPr/>
    </dgm:pt>
    <dgm:pt modelId="{320BF864-E98C-452C-8F34-0B430A31C1EB}" type="pres">
      <dgm:prSet presAssocID="{CB489014-E083-42C3-BE55-B21276EA468D}" presName="rootConnector" presStyleLbl="node2" presStyleIdx="4" presStyleCnt="6"/>
      <dgm:spPr/>
    </dgm:pt>
    <dgm:pt modelId="{AB32B565-B62A-4C74-8A14-2163411B0745}" type="pres">
      <dgm:prSet presAssocID="{CB489014-E083-42C3-BE55-B21276EA468D}" presName="hierChild4" presStyleCnt="0"/>
      <dgm:spPr/>
    </dgm:pt>
    <dgm:pt modelId="{8A687417-D903-4511-B741-B9BCDEBBE0F5}" type="pres">
      <dgm:prSet presAssocID="{C14C3732-67CB-4B1A-8FA0-85BA6203A265}" presName="Name37" presStyleLbl="parChTrans1D3" presStyleIdx="8" presStyleCnt="10"/>
      <dgm:spPr/>
    </dgm:pt>
    <dgm:pt modelId="{44C7DF35-FA00-4FD9-B990-24191EFB56E8}" type="pres">
      <dgm:prSet presAssocID="{7A3EC2F5-7CF6-4958-A3EF-27E657C866EE}" presName="hierRoot2" presStyleCnt="0">
        <dgm:presLayoutVars>
          <dgm:hierBranch val="init"/>
        </dgm:presLayoutVars>
      </dgm:prSet>
      <dgm:spPr/>
    </dgm:pt>
    <dgm:pt modelId="{74810CFB-B7E4-411F-8F81-F84084C439A5}" type="pres">
      <dgm:prSet presAssocID="{7A3EC2F5-7CF6-4958-A3EF-27E657C866EE}" presName="rootComposite" presStyleCnt="0"/>
      <dgm:spPr/>
    </dgm:pt>
    <dgm:pt modelId="{C04E90B0-0A38-4F6A-8EE9-2E75F8CE8EAA}" type="pres">
      <dgm:prSet presAssocID="{7A3EC2F5-7CF6-4958-A3EF-27E657C866EE}" presName="rootText" presStyleLbl="node3" presStyleIdx="8" presStyleCnt="10">
        <dgm:presLayoutVars>
          <dgm:chPref val="3"/>
        </dgm:presLayoutVars>
      </dgm:prSet>
      <dgm:spPr>
        <a:xfrm>
          <a:off x="5612891" y="1407868"/>
          <a:ext cx="989707" cy="494853"/>
        </a:xfrm>
      </dgm:spPr>
    </dgm:pt>
    <dgm:pt modelId="{AB3CA78A-AD2A-48FC-B547-FC4A0D508E4F}" type="pres">
      <dgm:prSet presAssocID="{7A3EC2F5-7CF6-4958-A3EF-27E657C866EE}" presName="rootConnector" presStyleLbl="node3" presStyleIdx="8" presStyleCnt="10"/>
      <dgm:spPr/>
    </dgm:pt>
    <dgm:pt modelId="{1EB0D78C-50C4-4A40-B4BA-7BB2206FA750}" type="pres">
      <dgm:prSet presAssocID="{7A3EC2F5-7CF6-4958-A3EF-27E657C866EE}" presName="hierChild4" presStyleCnt="0"/>
      <dgm:spPr/>
    </dgm:pt>
    <dgm:pt modelId="{50D34EC2-AD9B-45AB-88FF-C7C4C4B33B4F}" type="pres">
      <dgm:prSet presAssocID="{7A3EC2F5-7CF6-4958-A3EF-27E657C866EE}" presName="hierChild5" presStyleCnt="0"/>
      <dgm:spPr/>
    </dgm:pt>
    <dgm:pt modelId="{42D5A0AE-58EA-4335-9BF2-6119E5EE5EB6}" type="pres">
      <dgm:prSet presAssocID="{281FFB24-F7F4-4D24-95DA-D4F3FA7FAA1B}" presName="Name37" presStyleLbl="parChTrans1D3" presStyleIdx="9" presStyleCnt="10"/>
      <dgm:spPr/>
    </dgm:pt>
    <dgm:pt modelId="{163B1663-7E67-4DF3-BE53-334D1E5EAC83}" type="pres">
      <dgm:prSet presAssocID="{2714CED8-565C-459F-9EC8-C0C9572B6469}" presName="hierRoot2" presStyleCnt="0">
        <dgm:presLayoutVars>
          <dgm:hierBranch val="init"/>
        </dgm:presLayoutVars>
      </dgm:prSet>
      <dgm:spPr/>
    </dgm:pt>
    <dgm:pt modelId="{935720A3-FA24-41FF-B5D8-A76EDB7B7E64}" type="pres">
      <dgm:prSet presAssocID="{2714CED8-565C-459F-9EC8-C0C9572B6469}" presName="rootComposite" presStyleCnt="0"/>
      <dgm:spPr/>
    </dgm:pt>
    <dgm:pt modelId="{655DB27D-E7CE-4CA8-BE4E-44C77B552893}" type="pres">
      <dgm:prSet presAssocID="{2714CED8-565C-459F-9EC8-C0C9572B6469}" presName="rootText" presStyleLbl="node3" presStyleIdx="9" presStyleCnt="10">
        <dgm:presLayoutVars>
          <dgm:chPref val="3"/>
        </dgm:presLayoutVars>
      </dgm:prSet>
      <dgm:spPr/>
    </dgm:pt>
    <dgm:pt modelId="{75A4E228-B229-40C2-A85F-75E54FBAD21C}" type="pres">
      <dgm:prSet presAssocID="{2714CED8-565C-459F-9EC8-C0C9572B6469}" presName="rootConnector" presStyleLbl="node3" presStyleIdx="9" presStyleCnt="10"/>
      <dgm:spPr/>
    </dgm:pt>
    <dgm:pt modelId="{054F9778-1AA6-4EF0-987D-7EFCE7007D87}" type="pres">
      <dgm:prSet presAssocID="{2714CED8-565C-459F-9EC8-C0C9572B6469}" presName="hierChild4" presStyleCnt="0"/>
      <dgm:spPr/>
    </dgm:pt>
    <dgm:pt modelId="{F8411089-7341-457B-BDB8-17516F793717}" type="pres">
      <dgm:prSet presAssocID="{2714CED8-565C-459F-9EC8-C0C9572B6469}" presName="hierChild5" presStyleCnt="0"/>
      <dgm:spPr/>
    </dgm:pt>
    <dgm:pt modelId="{109DDFB5-D4B4-4F5B-B311-95D5C9567A84}" type="pres">
      <dgm:prSet presAssocID="{CB489014-E083-42C3-BE55-B21276EA468D}" presName="hierChild5" presStyleCnt="0"/>
      <dgm:spPr/>
    </dgm:pt>
    <dgm:pt modelId="{CD3BD511-1D5F-4C4D-895F-C28FB9957464}" type="pres">
      <dgm:prSet presAssocID="{46AC691D-331B-4E47-8EB7-3FFDEB501336}" presName="Name37" presStyleLbl="parChTrans1D2" presStyleIdx="5" presStyleCnt="6"/>
      <dgm:spPr/>
    </dgm:pt>
    <dgm:pt modelId="{59DB70DB-6F18-4480-8521-3AB5E6907658}" type="pres">
      <dgm:prSet presAssocID="{D00A806D-230E-4D00-B9BE-8D31FEFAAFCE}" presName="hierRoot2" presStyleCnt="0">
        <dgm:presLayoutVars>
          <dgm:hierBranch val="init"/>
        </dgm:presLayoutVars>
      </dgm:prSet>
      <dgm:spPr/>
    </dgm:pt>
    <dgm:pt modelId="{6CC3A814-7079-47EA-AF69-133562AEAF62}" type="pres">
      <dgm:prSet presAssocID="{D00A806D-230E-4D00-B9BE-8D31FEFAAFCE}" presName="rootComposite" presStyleCnt="0"/>
      <dgm:spPr/>
    </dgm:pt>
    <dgm:pt modelId="{677782BC-4564-4D8B-8DC8-CBFFC254FDA9}" type="pres">
      <dgm:prSet presAssocID="{D00A806D-230E-4D00-B9BE-8D31FEFAAFCE}" presName="rootText" presStyleLbl="node2" presStyleIdx="5" presStyleCnt="6">
        <dgm:presLayoutVars>
          <dgm:chPref val="3"/>
        </dgm:presLayoutVars>
      </dgm:prSet>
      <dgm:spPr/>
    </dgm:pt>
    <dgm:pt modelId="{090668F7-0C97-4866-A30B-7814F1D08C72}" type="pres">
      <dgm:prSet presAssocID="{D00A806D-230E-4D00-B9BE-8D31FEFAAFCE}" presName="rootConnector" presStyleLbl="node2" presStyleIdx="5" presStyleCnt="6"/>
      <dgm:spPr/>
    </dgm:pt>
    <dgm:pt modelId="{82890006-29AE-43FC-AF6B-7C819452E041}" type="pres">
      <dgm:prSet presAssocID="{D00A806D-230E-4D00-B9BE-8D31FEFAAFCE}" presName="hierChild4" presStyleCnt="0"/>
      <dgm:spPr/>
    </dgm:pt>
    <dgm:pt modelId="{488E326C-9BA2-4D3A-B53D-24BD70D37FE9}" type="pres">
      <dgm:prSet presAssocID="{D00A806D-230E-4D00-B9BE-8D31FEFAAFCE}" presName="hierChild5" presStyleCnt="0"/>
      <dgm:spPr/>
    </dgm:pt>
    <dgm:pt modelId="{CAB17E8C-3604-449B-8AE4-418B28FFF429}" type="pres">
      <dgm:prSet presAssocID="{53D1AD60-24AE-4B4E-843C-5D0DEB657E1A}" presName="hierChild3" presStyleCnt="0"/>
      <dgm:spPr/>
    </dgm:pt>
  </dgm:ptLst>
  <dgm:cxnLst>
    <dgm:cxn modelId="{5A541301-3B4E-46A8-8A78-D76C63AFFFA8}" type="presOf" srcId="{D00A806D-230E-4D00-B9BE-8D31FEFAAFCE}" destId="{677782BC-4564-4D8B-8DC8-CBFFC254FDA9}" srcOrd="0" destOrd="0" presId="urn:microsoft.com/office/officeart/2005/8/layout/orgChart1"/>
    <dgm:cxn modelId="{C458CC0D-D355-48F4-BD68-13C041DCA10D}" type="presOf" srcId="{7AA0DC1D-4829-413B-9508-161BEE13F154}" destId="{04202D3A-CEA2-4307-AED0-8F0F008098C9}" srcOrd="0" destOrd="0" presId="urn:microsoft.com/office/officeart/2005/8/layout/orgChart1"/>
    <dgm:cxn modelId="{2676270F-AF3D-4568-B9AC-97D045AF092C}" type="presOf" srcId="{CB489014-E083-42C3-BE55-B21276EA468D}" destId="{04E3A88E-ACCD-4309-AAFA-4D0788FA0823}" srcOrd="0" destOrd="0" presId="urn:microsoft.com/office/officeart/2005/8/layout/orgChart1"/>
    <dgm:cxn modelId="{9AA22510-6B3B-4BAC-9D3A-CF8EA74A3A6E}" type="presOf" srcId="{26074053-492B-460E-8AAA-AC86689C1444}" destId="{4140F358-2752-4965-8157-457B18AAD23A}" srcOrd="1" destOrd="0" presId="urn:microsoft.com/office/officeart/2005/8/layout/orgChart1"/>
    <dgm:cxn modelId="{29B0E61E-7668-4FA5-9B52-29E2B968DA17}" type="presOf" srcId="{FC0DBD0C-6174-4E1F-9A31-9D9190AEC598}" destId="{7FFEA8D2-5BE6-447B-BDFC-D7D12BA1A35D}" srcOrd="0" destOrd="0" presId="urn:microsoft.com/office/officeart/2005/8/layout/orgChart1"/>
    <dgm:cxn modelId="{59049924-2003-41ED-8227-DED79CA5BE3F}" type="presOf" srcId="{3B9067BD-B96C-4DC0-A11B-A6D69712EB88}" destId="{0EFC539B-0569-47CF-98CA-EEA2950895F3}" srcOrd="0" destOrd="0" presId="urn:microsoft.com/office/officeart/2005/8/layout/orgChart1"/>
    <dgm:cxn modelId="{D3189A29-528C-4FD5-9C18-9BC3A910C197}" type="presOf" srcId="{7A3EC2F5-7CF6-4958-A3EF-27E657C866EE}" destId="{C04E90B0-0A38-4F6A-8EE9-2E75F8CE8EAA}" srcOrd="0" destOrd="0" presId="urn:microsoft.com/office/officeart/2005/8/layout/orgChart1"/>
    <dgm:cxn modelId="{4423362D-9C57-41E8-8F6B-3A37520315FA}" srcId="{FC0DBD0C-6174-4E1F-9A31-9D9190AEC598}" destId="{764D62D6-5AF6-45D1-8D30-C163DA83B6BA}" srcOrd="1" destOrd="0" parTransId="{AB535451-FD72-42B2-B1B3-C1BA7742CCE7}" sibTransId="{E64A60DB-3202-45FC-9CE4-30741BCDE77F}"/>
    <dgm:cxn modelId="{7625072F-CABA-48F0-B925-DFD61900BD4C}" type="presOf" srcId="{D4C46CFD-D8C0-45CB-AC01-202B8DF99909}" destId="{697BAB52-3323-4CBD-8B80-07DD6D518089}" srcOrd="0" destOrd="0" presId="urn:microsoft.com/office/officeart/2005/8/layout/orgChart1"/>
    <dgm:cxn modelId="{2D5C7D30-A871-4605-A8AC-BBD51786B05C}" type="presOf" srcId="{2842F2C7-9C96-4A70-A25C-0564AD9D3622}" destId="{0B36308E-4767-46F9-82F3-06CE69D3CC1E}" srcOrd="0" destOrd="0" presId="urn:microsoft.com/office/officeart/2005/8/layout/orgChart1"/>
    <dgm:cxn modelId="{C7580837-5034-474D-885E-A6EAF8AE4344}" type="presOf" srcId="{46AC691D-331B-4E47-8EB7-3FFDEB501336}" destId="{CD3BD511-1D5F-4C4D-895F-C28FB9957464}" srcOrd="0" destOrd="0" presId="urn:microsoft.com/office/officeart/2005/8/layout/orgChart1"/>
    <dgm:cxn modelId="{38848F3A-4262-49FB-A4BE-F2C10AC3DA65}" type="presOf" srcId="{CB489014-E083-42C3-BE55-B21276EA468D}" destId="{320BF864-E98C-452C-8F34-0B430A31C1EB}" srcOrd="1" destOrd="0" presId="urn:microsoft.com/office/officeart/2005/8/layout/orgChart1"/>
    <dgm:cxn modelId="{10E1903A-3783-4E45-B5A5-E8C700DE514D}" type="presOf" srcId="{FC0DBD0C-6174-4E1F-9A31-9D9190AEC598}" destId="{A797049E-C4B8-461D-97F4-2100E32DAAF9}" srcOrd="1" destOrd="0" presId="urn:microsoft.com/office/officeart/2005/8/layout/orgChart1"/>
    <dgm:cxn modelId="{0E134140-AD23-46C0-8B95-EFA086C70F26}" type="presOf" srcId="{5D2A96BF-88AB-4136-BD31-290A91643577}" destId="{D894C9B9-CA67-473E-8381-D96934957E68}" srcOrd="0" destOrd="0" presId="urn:microsoft.com/office/officeart/2005/8/layout/orgChart1"/>
    <dgm:cxn modelId="{29ED815B-E6DF-4F54-936B-EA13D87D02D7}" type="presOf" srcId="{3BFD3B4F-6869-4CA1-9736-669E05842035}" destId="{3A805EB4-2E68-4005-9E8C-96CD4EFB372F}" srcOrd="0" destOrd="0" presId="urn:microsoft.com/office/officeart/2005/8/layout/orgChart1"/>
    <dgm:cxn modelId="{14C2B55F-74DD-44DE-A0DF-09B5F184E012}" type="presOf" srcId="{764D62D6-5AF6-45D1-8D30-C163DA83B6BA}" destId="{255EEC32-4C5B-4677-B23D-B8B6898F6A55}" srcOrd="0" destOrd="0" presId="urn:microsoft.com/office/officeart/2005/8/layout/orgChart1"/>
    <dgm:cxn modelId="{CC527041-9722-4172-A539-C806F9624C8D}" type="presOf" srcId="{D00A806D-230E-4D00-B9BE-8D31FEFAAFCE}" destId="{090668F7-0C97-4866-A30B-7814F1D08C72}" srcOrd="1" destOrd="0" presId="urn:microsoft.com/office/officeart/2005/8/layout/orgChart1"/>
    <dgm:cxn modelId="{A7DB3642-2111-41A2-A3DC-56237CE8F24E}" type="presOf" srcId="{7A3EC2F5-7CF6-4958-A3EF-27E657C866EE}" destId="{AB3CA78A-AD2A-48FC-B547-FC4A0D508E4F}" srcOrd="1" destOrd="0" presId="urn:microsoft.com/office/officeart/2005/8/layout/orgChart1"/>
    <dgm:cxn modelId="{6963F642-6E87-432D-B20A-BF004933A0D7}" srcId="{3AE7CBBA-42FB-49F6-ACF1-27C77CA55636}" destId="{53D1AD60-24AE-4B4E-843C-5D0DEB657E1A}" srcOrd="0" destOrd="0" parTransId="{EFDF676A-F380-4B02-A3F3-EDE2A103E507}" sibTransId="{C47B6033-1A8E-414E-A929-C23DC2E8C6B9}"/>
    <dgm:cxn modelId="{9D96D14A-1A62-4048-AC16-EEB425CCADF3}" type="presOf" srcId="{764D62D6-5AF6-45D1-8D30-C163DA83B6BA}" destId="{E89A6C64-A810-46DB-9069-8E921FF257CA}" srcOrd="1" destOrd="0" presId="urn:microsoft.com/office/officeart/2005/8/layout/orgChart1"/>
    <dgm:cxn modelId="{6334B851-3537-469C-8911-948FE96AE8F8}" srcId="{A4C8581A-7961-4128-A9FF-A846DB760FB2}" destId="{6F4B74B5-DCC2-4CE9-8FB7-9AC71BDA58F4}" srcOrd="3" destOrd="0" parTransId="{3BFD3B4F-6869-4CA1-9736-669E05842035}" sibTransId="{9A67B1A0-2447-4491-8363-260F87A5CA92}"/>
    <dgm:cxn modelId="{7B1FA672-FD28-49AC-809E-EF43D9AFD3A8}" type="presOf" srcId="{281FFB24-F7F4-4D24-95DA-D4F3FA7FAA1B}" destId="{42D5A0AE-58EA-4335-9BF2-6119E5EE5EB6}" srcOrd="0" destOrd="0" presId="urn:microsoft.com/office/officeart/2005/8/layout/orgChart1"/>
    <dgm:cxn modelId="{E93A8453-6D51-44E7-A55E-9BED816C0EC4}" type="presOf" srcId="{AF2258F5-FCE1-4343-8223-2C5F56BA47D8}" destId="{D432036D-1663-46F8-A797-7E2A4FC15A63}" srcOrd="0" destOrd="0" presId="urn:microsoft.com/office/officeart/2005/8/layout/orgChart1"/>
    <dgm:cxn modelId="{C69E9476-F0DC-4AE3-87BC-1881DF750EE8}" type="presOf" srcId="{6FE53475-9D9E-4502-9BDC-F8B3B8A27192}" destId="{44B97D40-B2E2-4239-902D-30A4EFF07D3A}" srcOrd="0" destOrd="0" presId="urn:microsoft.com/office/officeart/2005/8/layout/orgChart1"/>
    <dgm:cxn modelId="{317C6B78-5250-409F-A3ED-1FA366106F85}" type="presOf" srcId="{0223F978-CD58-4C84-BC33-1A7AFC9F475C}" destId="{A9B9E8D7-A1A2-494D-AD91-470D4D01A125}" srcOrd="1" destOrd="0" presId="urn:microsoft.com/office/officeart/2005/8/layout/orgChart1"/>
    <dgm:cxn modelId="{2177607C-85B4-4121-8E8A-BF7F7D982FCE}" type="presOf" srcId="{1293258C-7680-4541-BE01-CCD751A480C6}" destId="{719FE525-391E-4D25-9FDD-D755A7CA360B}" srcOrd="0" destOrd="0" presId="urn:microsoft.com/office/officeart/2005/8/layout/orgChart1"/>
    <dgm:cxn modelId="{33B00D7E-7427-498C-B3BA-4EBAF7643AD9}" type="presOf" srcId="{C14C3732-67CB-4B1A-8FA0-85BA6203A265}" destId="{8A687417-D903-4511-B741-B9BCDEBBE0F5}" srcOrd="0" destOrd="0" presId="urn:microsoft.com/office/officeart/2005/8/layout/orgChart1"/>
    <dgm:cxn modelId="{BB56167E-514A-44C4-8156-B1DA497395E9}" type="presOf" srcId="{0223F978-CD58-4C84-BC33-1A7AFC9F475C}" destId="{64F43C28-BCC3-415D-9EF8-01670B5C12E4}" srcOrd="0" destOrd="0" presId="urn:microsoft.com/office/officeart/2005/8/layout/orgChart1"/>
    <dgm:cxn modelId="{4BF6AD83-272A-48B9-B4AE-A1CF22D62CA7}" srcId="{A4C8581A-7961-4128-A9FF-A846DB760FB2}" destId="{26074053-492B-460E-8AAA-AC86689C1444}" srcOrd="5" destOrd="0" parTransId="{37011037-7175-4F93-9549-BF3227227613}" sibTransId="{E8091D4F-DD0F-4B25-BF35-008277579873}"/>
    <dgm:cxn modelId="{FB0A5E88-CEE6-40FB-BF69-C917EA1161A0}" srcId="{53D1AD60-24AE-4B4E-843C-5D0DEB657E1A}" destId="{FC0DBD0C-6174-4E1F-9A31-9D9190AEC598}" srcOrd="1" destOrd="0" parTransId="{394CDEFC-2563-430F-B0DB-B82AE02BA3CF}" sibTransId="{081960BD-9D32-417E-B996-7B2F3D6A0D49}"/>
    <dgm:cxn modelId="{AB3CAF8A-2E8A-4E86-91A6-A3D0C0E32CA2}" type="presOf" srcId="{C811082F-856A-45CF-BFB6-44C3D675F0D5}" destId="{315E80A6-E669-4580-8500-873CBF3017E3}" srcOrd="1" destOrd="0" presId="urn:microsoft.com/office/officeart/2005/8/layout/orgChart1"/>
    <dgm:cxn modelId="{BFF04F8B-EBDE-44B8-BA25-65ECE0A1DBD0}" type="presOf" srcId="{A4C8581A-7961-4128-A9FF-A846DB760FB2}" destId="{444B0368-D971-4249-A211-D3798FBC945F}" srcOrd="1" destOrd="0" presId="urn:microsoft.com/office/officeart/2005/8/layout/orgChart1"/>
    <dgm:cxn modelId="{8C9F9C8E-D255-4341-AB05-C975010D7AC3}" type="presOf" srcId="{0F12E75B-042A-4A18-9EE2-A6BDE07AA4A6}" destId="{3272713B-43FD-4C6A-96C3-33D05AAAA503}" srcOrd="0" destOrd="0" presId="urn:microsoft.com/office/officeart/2005/8/layout/orgChart1"/>
    <dgm:cxn modelId="{8D301892-5618-4E90-A522-7C5F2C989640}" srcId="{FC0DBD0C-6174-4E1F-9A31-9D9190AEC598}" destId="{D4C46CFD-D8C0-45CB-AC01-202B8DF99909}" srcOrd="0" destOrd="0" parTransId="{6FE53475-9D9E-4502-9BDC-F8B3B8A27192}" sibTransId="{F143BBE0-51E5-489A-8BFD-E5793F5B2ABF}"/>
    <dgm:cxn modelId="{4A0F8E93-7F99-47B0-B9E4-27836E01A9EC}" type="presOf" srcId="{2714CED8-565C-459F-9EC8-C0C9572B6469}" destId="{75A4E228-B229-40C2-A85F-75E54FBAD21C}" srcOrd="1" destOrd="0" presId="urn:microsoft.com/office/officeart/2005/8/layout/orgChart1"/>
    <dgm:cxn modelId="{F239DB9D-1057-4511-815A-FE26FC42A940}" type="presOf" srcId="{6F4B74B5-DCC2-4CE9-8FB7-9AC71BDA58F4}" destId="{67E27EB6-D943-4569-8A6F-74A1C6B9ACD5}" srcOrd="0" destOrd="0" presId="urn:microsoft.com/office/officeart/2005/8/layout/orgChart1"/>
    <dgm:cxn modelId="{0E6BD1A9-EF67-41D1-8962-3756E3ED41DF}" srcId="{53D1AD60-24AE-4B4E-843C-5D0DEB657E1A}" destId="{CB489014-E083-42C3-BE55-B21276EA468D}" srcOrd="4" destOrd="0" parTransId="{513E3295-F8F4-4640-A4B6-268B0778FB53}" sibTransId="{10F68213-ADE2-4A42-A41D-0AA3055A7C2C}"/>
    <dgm:cxn modelId="{71B70BAB-A192-4468-9A1D-3151F78CDD3E}" type="presOf" srcId="{757F196C-7494-4D50-882B-0590DE192150}" destId="{DC91E37F-215B-40B3-A919-076772D05EAE}" srcOrd="1" destOrd="0" presId="urn:microsoft.com/office/officeart/2005/8/layout/orgChart1"/>
    <dgm:cxn modelId="{3FCE53AD-2F1F-488A-A86E-D1D2559679D4}" type="presOf" srcId="{C2A49931-3ED4-488B-886C-483C965A0907}" destId="{09D810FD-729D-4163-BAAC-86BA71573C27}" srcOrd="0" destOrd="0" presId="urn:microsoft.com/office/officeart/2005/8/layout/orgChart1"/>
    <dgm:cxn modelId="{731C49AE-74A5-47A6-98A7-3FDB0D4F62FC}" type="presOf" srcId="{26074053-492B-460E-8AAA-AC86689C1444}" destId="{0ECF2CED-0B7F-47B1-9F70-4D425C01E482}" srcOrd="0" destOrd="0" presId="urn:microsoft.com/office/officeart/2005/8/layout/orgChart1"/>
    <dgm:cxn modelId="{1CFDDBB1-7B1B-4479-AED0-DCF6C8885845}" srcId="{CB489014-E083-42C3-BE55-B21276EA468D}" destId="{7A3EC2F5-7CF6-4958-A3EF-27E657C866EE}" srcOrd="0" destOrd="0" parTransId="{C14C3732-67CB-4B1A-8FA0-85BA6203A265}" sibTransId="{D210F751-F7D1-46E4-B270-651D76E32DC1}"/>
    <dgm:cxn modelId="{E2621EB3-0B3D-4642-BC75-54994832E5D0}" srcId="{53D1AD60-24AE-4B4E-843C-5D0DEB657E1A}" destId="{D00A806D-230E-4D00-B9BE-8D31FEFAAFCE}" srcOrd="5" destOrd="0" parTransId="{46AC691D-331B-4E47-8EB7-3FFDEB501336}" sibTransId="{8CB80527-AB6A-4810-92DC-020CDE270235}"/>
    <dgm:cxn modelId="{BDCBA3B3-9D1E-4ECC-A49C-A84BE9375744}" srcId="{A4C8581A-7961-4128-A9FF-A846DB760FB2}" destId="{0223F978-CD58-4C84-BC33-1A7AFC9F475C}" srcOrd="0" destOrd="0" parTransId="{C2A49931-3ED4-488B-886C-483C965A0907}" sibTransId="{75EEC51D-0AC1-4029-9C3E-83B2054ED128}"/>
    <dgm:cxn modelId="{514305B8-7F63-405D-9826-85B6E48FCC9E}" type="presOf" srcId="{53D1AD60-24AE-4B4E-843C-5D0DEB657E1A}" destId="{12D65C92-B73D-4514-9ED5-BF323547CAF1}" srcOrd="1" destOrd="0" presId="urn:microsoft.com/office/officeart/2005/8/layout/orgChart1"/>
    <dgm:cxn modelId="{8F3292B8-B072-4559-8D0A-A3381A3A2A04}" type="presOf" srcId="{513E3295-F8F4-4640-A4B6-268B0778FB53}" destId="{74A27665-3F0D-4DB9-B233-4964CADF5CE0}" srcOrd="0" destOrd="0" presId="urn:microsoft.com/office/officeart/2005/8/layout/orgChart1"/>
    <dgm:cxn modelId="{B7C849BE-9794-4FD2-A4C3-C5F1BC9F5675}" type="presOf" srcId="{A3AD7F4B-53D7-4271-9655-E3E2B0DBFA04}" destId="{E82D0D13-624E-4461-A134-0B5E0CF2F7E9}" srcOrd="0" destOrd="0" presId="urn:microsoft.com/office/officeart/2005/8/layout/orgChart1"/>
    <dgm:cxn modelId="{D43F74C5-4B19-4C43-8009-ED7BE22130A5}" type="presOf" srcId="{C811082F-856A-45CF-BFB6-44C3D675F0D5}" destId="{40585DCD-A354-4A8F-8BE2-4B84BE26E0B4}" srcOrd="0" destOrd="0" presId="urn:microsoft.com/office/officeart/2005/8/layout/orgChart1"/>
    <dgm:cxn modelId="{56C68DC8-EF85-4C5F-8B95-7C34E911137E}" type="presOf" srcId="{E8948BF5-25B6-4FC3-AC8A-3260F55E226B}" destId="{CB9CF074-B712-4855-9C88-6A6C11368619}" srcOrd="0" destOrd="0" presId="urn:microsoft.com/office/officeart/2005/8/layout/orgChart1"/>
    <dgm:cxn modelId="{7CBAD0C8-5354-4F21-B433-F4134576D75A}" srcId="{53D1AD60-24AE-4B4E-843C-5D0DEB657E1A}" destId="{C811082F-856A-45CF-BFB6-44C3D675F0D5}" srcOrd="3" destOrd="0" parTransId="{1293258C-7680-4541-BE01-CCD751A480C6}" sibTransId="{7AC6E7AF-0E29-4DA2-87EA-C64FB291AC91}"/>
    <dgm:cxn modelId="{92F346CC-7C9A-4E8A-872C-0111DCD13C38}" type="presOf" srcId="{D4C46CFD-D8C0-45CB-AC01-202B8DF99909}" destId="{7245DE5F-4BC5-4708-BE4B-A8113408CC8D}" srcOrd="1" destOrd="0" presId="urn:microsoft.com/office/officeart/2005/8/layout/orgChart1"/>
    <dgm:cxn modelId="{48EF70CC-B678-4023-B71B-0447898BB77B}" srcId="{A4C8581A-7961-4128-A9FF-A846DB760FB2}" destId="{757F196C-7494-4D50-882B-0590DE192150}" srcOrd="4" destOrd="0" parTransId="{5D2A96BF-88AB-4136-BD31-290A91643577}" sibTransId="{975B2748-B83C-46CD-BABE-493EB0EF5544}"/>
    <dgm:cxn modelId="{C15F06CE-EE6A-4955-B995-C7092382E003}" type="presOf" srcId="{6F4B74B5-DCC2-4CE9-8FB7-9AC71BDA58F4}" destId="{0B905D74-7E84-4141-903E-C267F7E99D6C}" srcOrd="1" destOrd="0" presId="urn:microsoft.com/office/officeart/2005/8/layout/orgChart1"/>
    <dgm:cxn modelId="{DD6C52D0-B29E-4987-A94B-418B3412A4AA}" type="presOf" srcId="{53D1AD60-24AE-4B4E-843C-5D0DEB657E1A}" destId="{A3DE660E-55E8-4AD1-83C0-F6F09E37957F}" srcOrd="0" destOrd="0" presId="urn:microsoft.com/office/officeart/2005/8/layout/orgChart1"/>
    <dgm:cxn modelId="{FFB7A8D6-1CB2-44EA-BC56-AFFB13A68F87}" srcId="{53D1AD60-24AE-4B4E-843C-5D0DEB657E1A}" destId="{0F12E75B-042A-4A18-9EE2-A6BDE07AA4A6}" srcOrd="0" destOrd="0" parTransId="{E8948BF5-25B6-4FC3-AC8A-3260F55E226B}" sibTransId="{2A6898EF-A100-4CB7-A2E2-C83B401E2916}"/>
    <dgm:cxn modelId="{39999CD7-895B-44A2-8E49-9473E36E4B0A}" type="presOf" srcId="{757F196C-7494-4D50-882B-0590DE192150}" destId="{BB202E18-CF87-4122-96E5-7804D89E4C4A}" srcOrd="0" destOrd="0" presId="urn:microsoft.com/office/officeart/2005/8/layout/orgChart1"/>
    <dgm:cxn modelId="{7F8E6DDB-FEE6-407A-B5BB-43529D90E067}" srcId="{CB489014-E083-42C3-BE55-B21276EA468D}" destId="{2714CED8-565C-459F-9EC8-C0C9572B6469}" srcOrd="1" destOrd="0" parTransId="{281FFB24-F7F4-4D24-95DA-D4F3FA7FAA1B}" sibTransId="{3914D992-4DA0-4C1F-8690-0A15E6670CB8}"/>
    <dgm:cxn modelId="{A21B1FE3-B3AE-4344-BEFA-B3E91F44A356}" srcId="{A4C8581A-7961-4128-A9FF-A846DB760FB2}" destId="{2842F2C7-9C96-4A70-A25C-0564AD9D3622}" srcOrd="1" destOrd="0" parTransId="{7AA0DC1D-4829-413B-9508-161BEE13F154}" sibTransId="{B4EABAF7-EFAC-483F-9AF3-B9B61337915B}"/>
    <dgm:cxn modelId="{F1E283E3-D1D5-4A84-97FB-006AEB9C7590}" srcId="{53D1AD60-24AE-4B4E-843C-5D0DEB657E1A}" destId="{A4C8581A-7961-4128-A9FF-A846DB760FB2}" srcOrd="2" destOrd="0" parTransId="{3B9067BD-B96C-4DC0-A11B-A6D69712EB88}" sibTransId="{B9C4F3A2-6975-4316-AE6E-7937549EB991}"/>
    <dgm:cxn modelId="{217641E9-199A-4D1B-8C68-93EAE8CB3744}" type="presOf" srcId="{0F12E75B-042A-4A18-9EE2-A6BDE07AA4A6}" destId="{E012021E-CF74-4573-97E2-04C73573CF68}" srcOrd="1" destOrd="0" presId="urn:microsoft.com/office/officeart/2005/8/layout/orgChart1"/>
    <dgm:cxn modelId="{93FF1DEB-9E85-415C-94B2-12DCE73CB877}" type="presOf" srcId="{2714CED8-565C-459F-9EC8-C0C9572B6469}" destId="{655DB27D-E7CE-4CA8-BE4E-44C77B552893}" srcOrd="0" destOrd="0" presId="urn:microsoft.com/office/officeart/2005/8/layout/orgChart1"/>
    <dgm:cxn modelId="{6F0386ED-F3CE-49CE-8F2C-06E3355FA143}" type="presOf" srcId="{A4C8581A-7961-4128-A9FF-A846DB760FB2}" destId="{FCF76ECA-BB97-4FD7-9F25-B953AAC28C61}" srcOrd="0" destOrd="0" presId="urn:microsoft.com/office/officeart/2005/8/layout/orgChart1"/>
    <dgm:cxn modelId="{063CB2EE-46CD-42D3-ABE9-44265F6ED554}" srcId="{A4C8581A-7961-4128-A9FF-A846DB760FB2}" destId="{A3AD7F4B-53D7-4271-9655-E3E2B0DBFA04}" srcOrd="2" destOrd="0" parTransId="{AF2258F5-FCE1-4343-8223-2C5F56BA47D8}" sibTransId="{2E6472B2-DDAF-4F35-A1F4-2AA805D1DA26}"/>
    <dgm:cxn modelId="{87BEFBF3-BEC6-4031-913B-155AEC6F152C}" type="presOf" srcId="{2842F2C7-9C96-4A70-A25C-0564AD9D3622}" destId="{DF56C363-815B-4397-B438-E94E870B1725}" srcOrd="1" destOrd="0" presId="urn:microsoft.com/office/officeart/2005/8/layout/orgChart1"/>
    <dgm:cxn modelId="{BD9B39F4-C118-45B1-B43B-92D1A8A51D1E}" type="presOf" srcId="{3AE7CBBA-42FB-49F6-ACF1-27C77CA55636}" destId="{C9358396-2593-476F-89C3-533D4CD932FA}" srcOrd="0" destOrd="0" presId="urn:microsoft.com/office/officeart/2005/8/layout/orgChart1"/>
    <dgm:cxn modelId="{B62BD4F5-AA9B-4CD8-821F-9F0B38B2832A}" type="presOf" srcId="{37011037-7175-4F93-9549-BF3227227613}" destId="{449BD447-C333-4074-A59D-C5C578CB456D}" srcOrd="0" destOrd="0" presId="urn:microsoft.com/office/officeart/2005/8/layout/orgChart1"/>
    <dgm:cxn modelId="{416F42F8-E69D-499C-B71F-8755D74B6728}" type="presOf" srcId="{394CDEFC-2563-430F-B0DB-B82AE02BA3CF}" destId="{0A44B195-2D36-4F70-B698-7660208F21CE}" srcOrd="0" destOrd="0" presId="urn:microsoft.com/office/officeart/2005/8/layout/orgChart1"/>
    <dgm:cxn modelId="{AE83BAF8-884C-4B22-9883-B0BB0C6A28A8}" type="presOf" srcId="{A3AD7F4B-53D7-4271-9655-E3E2B0DBFA04}" destId="{5F3239FA-64C7-444F-AC1E-D86CECBBF103}" srcOrd="1" destOrd="0" presId="urn:microsoft.com/office/officeart/2005/8/layout/orgChart1"/>
    <dgm:cxn modelId="{946947FD-57AD-441F-AE5B-9FC947222C3C}" type="presOf" srcId="{AB535451-FD72-42B2-B1B3-C1BA7742CCE7}" destId="{29BC3717-D224-4D2C-94E8-B72F5AAAECF0}" srcOrd="0" destOrd="0" presId="urn:microsoft.com/office/officeart/2005/8/layout/orgChart1"/>
    <dgm:cxn modelId="{E25B62CB-1432-4B87-842B-BE178DAA4877}" type="presParOf" srcId="{C9358396-2593-476F-89C3-533D4CD932FA}" destId="{218FC4EA-2547-4E47-83A0-90B52038EB25}" srcOrd="0" destOrd="0" presId="urn:microsoft.com/office/officeart/2005/8/layout/orgChart1"/>
    <dgm:cxn modelId="{7437A156-17D5-4593-A4B6-018A9AF90F56}" type="presParOf" srcId="{218FC4EA-2547-4E47-83A0-90B52038EB25}" destId="{DEF9F9BB-9F4F-455F-971D-F1594107FD5C}" srcOrd="0" destOrd="0" presId="urn:microsoft.com/office/officeart/2005/8/layout/orgChart1"/>
    <dgm:cxn modelId="{8C1BA11C-A77B-4466-BBB3-DB6D1A9C3576}" type="presParOf" srcId="{DEF9F9BB-9F4F-455F-971D-F1594107FD5C}" destId="{A3DE660E-55E8-4AD1-83C0-F6F09E37957F}" srcOrd="0" destOrd="0" presId="urn:microsoft.com/office/officeart/2005/8/layout/orgChart1"/>
    <dgm:cxn modelId="{A64DA216-8362-450C-9DF4-A40169F0D450}" type="presParOf" srcId="{DEF9F9BB-9F4F-455F-971D-F1594107FD5C}" destId="{12D65C92-B73D-4514-9ED5-BF323547CAF1}" srcOrd="1" destOrd="0" presId="urn:microsoft.com/office/officeart/2005/8/layout/orgChart1"/>
    <dgm:cxn modelId="{1370FB6B-1274-4EBA-9A80-780DA15A8CCB}" type="presParOf" srcId="{218FC4EA-2547-4E47-83A0-90B52038EB25}" destId="{1F30F48F-A36E-42D0-8F7C-35373A55B09F}" srcOrd="1" destOrd="0" presId="urn:microsoft.com/office/officeart/2005/8/layout/orgChart1"/>
    <dgm:cxn modelId="{52A6E774-E395-4351-A7E0-B0FB1A7EFF10}" type="presParOf" srcId="{1F30F48F-A36E-42D0-8F7C-35373A55B09F}" destId="{CB9CF074-B712-4855-9C88-6A6C11368619}" srcOrd="0" destOrd="0" presId="urn:microsoft.com/office/officeart/2005/8/layout/orgChart1"/>
    <dgm:cxn modelId="{5039C931-35DE-4B76-8138-63F1FA5ACE8D}" type="presParOf" srcId="{1F30F48F-A36E-42D0-8F7C-35373A55B09F}" destId="{B6A2EF96-CABF-4BD5-B56F-43694F2FF5DA}" srcOrd="1" destOrd="0" presId="urn:microsoft.com/office/officeart/2005/8/layout/orgChart1"/>
    <dgm:cxn modelId="{59FCB41E-0314-4904-8C60-76CCFF7D305C}" type="presParOf" srcId="{B6A2EF96-CABF-4BD5-B56F-43694F2FF5DA}" destId="{5658B21B-A2BD-48A8-899F-C61479C49356}" srcOrd="0" destOrd="0" presId="urn:microsoft.com/office/officeart/2005/8/layout/orgChart1"/>
    <dgm:cxn modelId="{6E7E2930-B63E-4B74-8485-D7E94824F251}" type="presParOf" srcId="{5658B21B-A2BD-48A8-899F-C61479C49356}" destId="{3272713B-43FD-4C6A-96C3-33D05AAAA503}" srcOrd="0" destOrd="0" presId="urn:microsoft.com/office/officeart/2005/8/layout/orgChart1"/>
    <dgm:cxn modelId="{2500D9F9-B9D7-4B56-8CF3-1CAB65B3D534}" type="presParOf" srcId="{5658B21B-A2BD-48A8-899F-C61479C49356}" destId="{E012021E-CF74-4573-97E2-04C73573CF68}" srcOrd="1" destOrd="0" presId="urn:microsoft.com/office/officeart/2005/8/layout/orgChart1"/>
    <dgm:cxn modelId="{970F1F34-5B72-4002-93E1-43618A69ACDF}" type="presParOf" srcId="{B6A2EF96-CABF-4BD5-B56F-43694F2FF5DA}" destId="{8E3C7E1D-74DF-4501-8D0B-6A34FFD4B107}" srcOrd="1" destOrd="0" presId="urn:microsoft.com/office/officeart/2005/8/layout/orgChart1"/>
    <dgm:cxn modelId="{09AC47D5-F3BC-4448-9D29-DF286839384B}" type="presParOf" srcId="{B6A2EF96-CABF-4BD5-B56F-43694F2FF5DA}" destId="{8DD76DE5-D460-403A-8326-A0A43929EC9C}" srcOrd="2" destOrd="0" presId="urn:microsoft.com/office/officeart/2005/8/layout/orgChart1"/>
    <dgm:cxn modelId="{5858FB83-5A1E-4F03-A6F6-6FFF798076CB}" type="presParOf" srcId="{1F30F48F-A36E-42D0-8F7C-35373A55B09F}" destId="{0A44B195-2D36-4F70-B698-7660208F21CE}" srcOrd="2" destOrd="0" presId="urn:microsoft.com/office/officeart/2005/8/layout/orgChart1"/>
    <dgm:cxn modelId="{B1901F93-3193-436E-B962-88C690512BD8}" type="presParOf" srcId="{1F30F48F-A36E-42D0-8F7C-35373A55B09F}" destId="{DE30FF40-A3E3-4756-95A9-67109AE0A5C4}" srcOrd="3" destOrd="0" presId="urn:microsoft.com/office/officeart/2005/8/layout/orgChart1"/>
    <dgm:cxn modelId="{0091F0BC-A521-4E6F-801A-A41C84FBDA93}" type="presParOf" srcId="{DE30FF40-A3E3-4756-95A9-67109AE0A5C4}" destId="{1A6D2BA5-E4DA-4CF1-95CB-063EB8236AE6}" srcOrd="0" destOrd="0" presId="urn:microsoft.com/office/officeart/2005/8/layout/orgChart1"/>
    <dgm:cxn modelId="{06C18A5E-2294-478C-BA1B-2570A2CC6AE9}" type="presParOf" srcId="{1A6D2BA5-E4DA-4CF1-95CB-063EB8236AE6}" destId="{7FFEA8D2-5BE6-447B-BDFC-D7D12BA1A35D}" srcOrd="0" destOrd="0" presId="urn:microsoft.com/office/officeart/2005/8/layout/orgChart1"/>
    <dgm:cxn modelId="{6EADD815-513B-4BC0-9239-1D28D8455E0A}" type="presParOf" srcId="{1A6D2BA5-E4DA-4CF1-95CB-063EB8236AE6}" destId="{A797049E-C4B8-461D-97F4-2100E32DAAF9}" srcOrd="1" destOrd="0" presId="urn:microsoft.com/office/officeart/2005/8/layout/orgChart1"/>
    <dgm:cxn modelId="{7D8F93BC-5AE5-4133-97DD-40327DC482C9}" type="presParOf" srcId="{DE30FF40-A3E3-4756-95A9-67109AE0A5C4}" destId="{70268862-FFD8-43F1-8FA9-7760C5F55037}" srcOrd="1" destOrd="0" presId="urn:microsoft.com/office/officeart/2005/8/layout/orgChart1"/>
    <dgm:cxn modelId="{519891AF-6072-4D75-8240-6A164BDF59E2}" type="presParOf" srcId="{70268862-FFD8-43F1-8FA9-7760C5F55037}" destId="{44B97D40-B2E2-4239-902D-30A4EFF07D3A}" srcOrd="0" destOrd="0" presId="urn:microsoft.com/office/officeart/2005/8/layout/orgChart1"/>
    <dgm:cxn modelId="{3F75F21D-4B76-44BC-B6A7-368FAEAB3F00}" type="presParOf" srcId="{70268862-FFD8-43F1-8FA9-7760C5F55037}" destId="{4217F698-6FD0-482C-8969-760E3D5E8A68}" srcOrd="1" destOrd="0" presId="urn:microsoft.com/office/officeart/2005/8/layout/orgChart1"/>
    <dgm:cxn modelId="{853B58DC-7D16-4621-98C2-C5A20A0AE7EA}" type="presParOf" srcId="{4217F698-6FD0-482C-8969-760E3D5E8A68}" destId="{E5573013-24FE-4AB8-8957-658086AC5915}" srcOrd="0" destOrd="0" presId="urn:microsoft.com/office/officeart/2005/8/layout/orgChart1"/>
    <dgm:cxn modelId="{0C68BAD1-F13E-4BAC-93EB-D67FD03E2A01}" type="presParOf" srcId="{E5573013-24FE-4AB8-8957-658086AC5915}" destId="{697BAB52-3323-4CBD-8B80-07DD6D518089}" srcOrd="0" destOrd="0" presId="urn:microsoft.com/office/officeart/2005/8/layout/orgChart1"/>
    <dgm:cxn modelId="{4E4769EE-E63D-4E5F-BE11-A922B07C14B6}" type="presParOf" srcId="{E5573013-24FE-4AB8-8957-658086AC5915}" destId="{7245DE5F-4BC5-4708-BE4B-A8113408CC8D}" srcOrd="1" destOrd="0" presId="urn:microsoft.com/office/officeart/2005/8/layout/orgChart1"/>
    <dgm:cxn modelId="{A5C3F3F1-11F4-46F3-BCAC-F359B8628727}" type="presParOf" srcId="{4217F698-6FD0-482C-8969-760E3D5E8A68}" destId="{97D7A552-03B0-4C7A-9885-127A177089B0}" srcOrd="1" destOrd="0" presId="urn:microsoft.com/office/officeart/2005/8/layout/orgChart1"/>
    <dgm:cxn modelId="{87656B65-21EA-4225-8C5F-A8B2E3537642}" type="presParOf" srcId="{4217F698-6FD0-482C-8969-760E3D5E8A68}" destId="{B5BABDB7-C652-4107-A611-6B97123E90B2}" srcOrd="2" destOrd="0" presId="urn:microsoft.com/office/officeart/2005/8/layout/orgChart1"/>
    <dgm:cxn modelId="{017168BF-7533-41BC-9705-455CAEB60F41}" type="presParOf" srcId="{70268862-FFD8-43F1-8FA9-7760C5F55037}" destId="{29BC3717-D224-4D2C-94E8-B72F5AAAECF0}" srcOrd="2" destOrd="0" presId="urn:microsoft.com/office/officeart/2005/8/layout/orgChart1"/>
    <dgm:cxn modelId="{6DC5C253-7CBF-456D-8B40-B95ABAD4D083}" type="presParOf" srcId="{70268862-FFD8-43F1-8FA9-7760C5F55037}" destId="{BC7A10CE-5C84-4F10-A4CE-3956AD864647}" srcOrd="3" destOrd="0" presId="urn:microsoft.com/office/officeart/2005/8/layout/orgChart1"/>
    <dgm:cxn modelId="{3B99857F-DEAD-4EDD-B6C2-422049E06F4C}" type="presParOf" srcId="{BC7A10CE-5C84-4F10-A4CE-3956AD864647}" destId="{0337EBD9-C631-46D0-9D7F-7A8D94369566}" srcOrd="0" destOrd="0" presId="urn:microsoft.com/office/officeart/2005/8/layout/orgChart1"/>
    <dgm:cxn modelId="{5830F908-C704-4C60-BBEB-44F6452A49DA}" type="presParOf" srcId="{0337EBD9-C631-46D0-9D7F-7A8D94369566}" destId="{255EEC32-4C5B-4677-B23D-B8B6898F6A55}" srcOrd="0" destOrd="0" presId="urn:microsoft.com/office/officeart/2005/8/layout/orgChart1"/>
    <dgm:cxn modelId="{301C2AD9-7F2B-4EED-9EEA-8BDB203624ED}" type="presParOf" srcId="{0337EBD9-C631-46D0-9D7F-7A8D94369566}" destId="{E89A6C64-A810-46DB-9069-8E921FF257CA}" srcOrd="1" destOrd="0" presId="urn:microsoft.com/office/officeart/2005/8/layout/orgChart1"/>
    <dgm:cxn modelId="{0639F48C-3740-4A40-98CB-7A9F16CBC3BB}" type="presParOf" srcId="{BC7A10CE-5C84-4F10-A4CE-3956AD864647}" destId="{5F033AE8-5740-4535-B294-D4025591AE4F}" srcOrd="1" destOrd="0" presId="urn:microsoft.com/office/officeart/2005/8/layout/orgChart1"/>
    <dgm:cxn modelId="{6FA198A9-D868-4D06-9EEA-CA8BA819927C}" type="presParOf" srcId="{BC7A10CE-5C84-4F10-A4CE-3956AD864647}" destId="{94B222E7-C837-4168-843F-88858C0FD216}" srcOrd="2" destOrd="0" presId="urn:microsoft.com/office/officeart/2005/8/layout/orgChart1"/>
    <dgm:cxn modelId="{F360DF70-42A5-4A3E-B424-52EBA791CD7A}" type="presParOf" srcId="{DE30FF40-A3E3-4756-95A9-67109AE0A5C4}" destId="{7E4E1A32-7FBD-4773-B11D-FBBEF0BAB33C}" srcOrd="2" destOrd="0" presId="urn:microsoft.com/office/officeart/2005/8/layout/orgChart1"/>
    <dgm:cxn modelId="{7AE84BB2-4B53-4D25-9A2E-F25358B9136A}" type="presParOf" srcId="{1F30F48F-A36E-42D0-8F7C-35373A55B09F}" destId="{0EFC539B-0569-47CF-98CA-EEA2950895F3}" srcOrd="4" destOrd="0" presId="urn:microsoft.com/office/officeart/2005/8/layout/orgChart1"/>
    <dgm:cxn modelId="{F35D95F5-2E2F-4E9E-9483-0462998D29CB}" type="presParOf" srcId="{1F30F48F-A36E-42D0-8F7C-35373A55B09F}" destId="{92AA41C4-CB03-4A74-A61C-B731950A2D25}" srcOrd="5" destOrd="0" presId="urn:microsoft.com/office/officeart/2005/8/layout/orgChart1"/>
    <dgm:cxn modelId="{FE494E14-E9CC-4B01-8BDB-23CE4541FE4E}" type="presParOf" srcId="{92AA41C4-CB03-4A74-A61C-B731950A2D25}" destId="{9506C161-7F26-4806-8DDB-ADD932F616A1}" srcOrd="0" destOrd="0" presId="urn:microsoft.com/office/officeart/2005/8/layout/orgChart1"/>
    <dgm:cxn modelId="{7EAD6DA6-4B5C-401C-AEC9-7389AF271A62}" type="presParOf" srcId="{9506C161-7F26-4806-8DDB-ADD932F616A1}" destId="{FCF76ECA-BB97-4FD7-9F25-B953AAC28C61}" srcOrd="0" destOrd="0" presId="urn:microsoft.com/office/officeart/2005/8/layout/orgChart1"/>
    <dgm:cxn modelId="{2E9AAFA1-E60B-4DFE-93DC-0C2CAFA8E47E}" type="presParOf" srcId="{9506C161-7F26-4806-8DDB-ADD932F616A1}" destId="{444B0368-D971-4249-A211-D3798FBC945F}" srcOrd="1" destOrd="0" presId="urn:microsoft.com/office/officeart/2005/8/layout/orgChart1"/>
    <dgm:cxn modelId="{8E8A2AD1-1F6C-47E1-A7A9-42AB6D43F1A8}" type="presParOf" srcId="{92AA41C4-CB03-4A74-A61C-B731950A2D25}" destId="{8B03FC1C-BC9A-4686-A924-B52F2B596F94}" srcOrd="1" destOrd="0" presId="urn:microsoft.com/office/officeart/2005/8/layout/orgChart1"/>
    <dgm:cxn modelId="{AC93006C-AB15-43E7-8373-BB00CE4680E8}" type="presParOf" srcId="{8B03FC1C-BC9A-4686-A924-B52F2B596F94}" destId="{09D810FD-729D-4163-BAAC-86BA71573C27}" srcOrd="0" destOrd="0" presId="urn:microsoft.com/office/officeart/2005/8/layout/orgChart1"/>
    <dgm:cxn modelId="{5413DE7C-F167-450E-A2E3-2E42C47D85F3}" type="presParOf" srcId="{8B03FC1C-BC9A-4686-A924-B52F2B596F94}" destId="{6F46DE97-001B-48E2-8A0B-73CBF4F60193}" srcOrd="1" destOrd="0" presId="urn:microsoft.com/office/officeart/2005/8/layout/orgChart1"/>
    <dgm:cxn modelId="{12626026-7770-4A9C-9576-4214EFE8B636}" type="presParOf" srcId="{6F46DE97-001B-48E2-8A0B-73CBF4F60193}" destId="{8CEFD5A3-CAF0-4D95-9735-29A0A078394F}" srcOrd="0" destOrd="0" presId="urn:microsoft.com/office/officeart/2005/8/layout/orgChart1"/>
    <dgm:cxn modelId="{272C5D8F-5D6A-4A83-81FF-4B577D7C7769}" type="presParOf" srcId="{8CEFD5A3-CAF0-4D95-9735-29A0A078394F}" destId="{64F43C28-BCC3-415D-9EF8-01670B5C12E4}" srcOrd="0" destOrd="0" presId="urn:microsoft.com/office/officeart/2005/8/layout/orgChart1"/>
    <dgm:cxn modelId="{CF785060-2F79-4E27-9C83-4C8C5623C013}" type="presParOf" srcId="{8CEFD5A3-CAF0-4D95-9735-29A0A078394F}" destId="{A9B9E8D7-A1A2-494D-AD91-470D4D01A125}" srcOrd="1" destOrd="0" presId="urn:microsoft.com/office/officeart/2005/8/layout/orgChart1"/>
    <dgm:cxn modelId="{1EA0E9CD-9CBA-4C24-AC89-8ED4B90EDE53}" type="presParOf" srcId="{6F46DE97-001B-48E2-8A0B-73CBF4F60193}" destId="{C81FC914-D1F2-496C-B1DC-DCDAB2505D55}" srcOrd="1" destOrd="0" presId="urn:microsoft.com/office/officeart/2005/8/layout/orgChart1"/>
    <dgm:cxn modelId="{969F51D8-0B4B-40FA-9E5A-B9B40A4D687E}" type="presParOf" srcId="{6F46DE97-001B-48E2-8A0B-73CBF4F60193}" destId="{B9C2F521-D415-4678-AD43-CCC1D67E4920}" srcOrd="2" destOrd="0" presId="urn:microsoft.com/office/officeart/2005/8/layout/orgChart1"/>
    <dgm:cxn modelId="{6AAA3375-B37E-4CF2-A3DC-EF5EC0122C02}" type="presParOf" srcId="{8B03FC1C-BC9A-4686-A924-B52F2B596F94}" destId="{04202D3A-CEA2-4307-AED0-8F0F008098C9}" srcOrd="2" destOrd="0" presId="urn:microsoft.com/office/officeart/2005/8/layout/orgChart1"/>
    <dgm:cxn modelId="{F40E8289-48D7-4163-847D-D454C937D5D0}" type="presParOf" srcId="{8B03FC1C-BC9A-4686-A924-B52F2B596F94}" destId="{C1E53DF6-8853-4387-BB9D-4C435F4FA736}" srcOrd="3" destOrd="0" presId="urn:microsoft.com/office/officeart/2005/8/layout/orgChart1"/>
    <dgm:cxn modelId="{B58FA4C6-7B91-4CD7-86B3-28F03E3F1222}" type="presParOf" srcId="{C1E53DF6-8853-4387-BB9D-4C435F4FA736}" destId="{DAF93012-2B94-4C65-AA14-9454F418CC0D}" srcOrd="0" destOrd="0" presId="urn:microsoft.com/office/officeart/2005/8/layout/orgChart1"/>
    <dgm:cxn modelId="{23B7815A-7466-4C29-A558-1D02222B304D}" type="presParOf" srcId="{DAF93012-2B94-4C65-AA14-9454F418CC0D}" destId="{0B36308E-4767-46F9-82F3-06CE69D3CC1E}" srcOrd="0" destOrd="0" presId="urn:microsoft.com/office/officeart/2005/8/layout/orgChart1"/>
    <dgm:cxn modelId="{944C0B09-FF2B-44E8-93A1-C0BD18430BA5}" type="presParOf" srcId="{DAF93012-2B94-4C65-AA14-9454F418CC0D}" destId="{DF56C363-815B-4397-B438-E94E870B1725}" srcOrd="1" destOrd="0" presId="urn:microsoft.com/office/officeart/2005/8/layout/orgChart1"/>
    <dgm:cxn modelId="{532D753C-D212-41BB-A8B1-6A002780860C}" type="presParOf" srcId="{C1E53DF6-8853-4387-BB9D-4C435F4FA736}" destId="{C9E7ADD4-440A-41E8-8F46-F93BE3E89BAA}" srcOrd="1" destOrd="0" presId="urn:microsoft.com/office/officeart/2005/8/layout/orgChart1"/>
    <dgm:cxn modelId="{C7CCB219-E9B4-402F-97C3-BA7E876568D4}" type="presParOf" srcId="{C1E53DF6-8853-4387-BB9D-4C435F4FA736}" destId="{75F66894-CB2B-4065-ACB2-64B410C2E20B}" srcOrd="2" destOrd="0" presId="urn:microsoft.com/office/officeart/2005/8/layout/orgChart1"/>
    <dgm:cxn modelId="{F765E087-4178-4504-A76E-732A55B92E07}" type="presParOf" srcId="{8B03FC1C-BC9A-4686-A924-B52F2B596F94}" destId="{D432036D-1663-46F8-A797-7E2A4FC15A63}" srcOrd="4" destOrd="0" presId="urn:microsoft.com/office/officeart/2005/8/layout/orgChart1"/>
    <dgm:cxn modelId="{8D0D9D8B-7887-4D6D-945D-6315931C9017}" type="presParOf" srcId="{8B03FC1C-BC9A-4686-A924-B52F2B596F94}" destId="{7579D3B1-45FB-418F-9206-D5DC96D81122}" srcOrd="5" destOrd="0" presId="urn:microsoft.com/office/officeart/2005/8/layout/orgChart1"/>
    <dgm:cxn modelId="{89887AA9-99D6-4D17-9865-F128877BB387}" type="presParOf" srcId="{7579D3B1-45FB-418F-9206-D5DC96D81122}" destId="{A0EC2FD6-1972-481E-98C9-A326AA941D02}" srcOrd="0" destOrd="0" presId="urn:microsoft.com/office/officeart/2005/8/layout/orgChart1"/>
    <dgm:cxn modelId="{91885738-4CA5-4F6F-97F7-D9FA819C1707}" type="presParOf" srcId="{A0EC2FD6-1972-481E-98C9-A326AA941D02}" destId="{E82D0D13-624E-4461-A134-0B5E0CF2F7E9}" srcOrd="0" destOrd="0" presId="urn:microsoft.com/office/officeart/2005/8/layout/orgChart1"/>
    <dgm:cxn modelId="{981BEA03-F684-4696-BAEB-C2D3776005CF}" type="presParOf" srcId="{A0EC2FD6-1972-481E-98C9-A326AA941D02}" destId="{5F3239FA-64C7-444F-AC1E-D86CECBBF103}" srcOrd="1" destOrd="0" presId="urn:microsoft.com/office/officeart/2005/8/layout/orgChart1"/>
    <dgm:cxn modelId="{74BEE0BF-3B2A-4152-8891-E25A990BA6A0}" type="presParOf" srcId="{7579D3B1-45FB-418F-9206-D5DC96D81122}" destId="{CB529D1C-06A1-45F1-8C95-7A0F2B657365}" srcOrd="1" destOrd="0" presId="urn:microsoft.com/office/officeart/2005/8/layout/orgChart1"/>
    <dgm:cxn modelId="{B8602618-6D1A-48B0-A719-5F6946AE89C3}" type="presParOf" srcId="{7579D3B1-45FB-418F-9206-D5DC96D81122}" destId="{98364796-D46A-4257-81B5-B6DAEA050101}" srcOrd="2" destOrd="0" presId="urn:microsoft.com/office/officeart/2005/8/layout/orgChart1"/>
    <dgm:cxn modelId="{E14405F1-09E2-4EA1-A1A5-984AFD68D2BE}" type="presParOf" srcId="{8B03FC1C-BC9A-4686-A924-B52F2B596F94}" destId="{3A805EB4-2E68-4005-9E8C-96CD4EFB372F}" srcOrd="6" destOrd="0" presId="urn:microsoft.com/office/officeart/2005/8/layout/orgChart1"/>
    <dgm:cxn modelId="{7E74F9D2-977F-4509-B2EA-A04B76F75041}" type="presParOf" srcId="{8B03FC1C-BC9A-4686-A924-B52F2B596F94}" destId="{B77B1A4C-5875-448E-B105-5479C28D6380}" srcOrd="7" destOrd="0" presId="urn:microsoft.com/office/officeart/2005/8/layout/orgChart1"/>
    <dgm:cxn modelId="{487E6D45-50CD-4295-B792-429EA48AA69C}" type="presParOf" srcId="{B77B1A4C-5875-448E-B105-5479C28D6380}" destId="{A81C63D8-E287-4E55-A6B7-A7B01FF1044D}" srcOrd="0" destOrd="0" presId="urn:microsoft.com/office/officeart/2005/8/layout/orgChart1"/>
    <dgm:cxn modelId="{881AC950-93D2-4A43-B26D-DFA0DEC28FB2}" type="presParOf" srcId="{A81C63D8-E287-4E55-A6B7-A7B01FF1044D}" destId="{67E27EB6-D943-4569-8A6F-74A1C6B9ACD5}" srcOrd="0" destOrd="0" presId="urn:microsoft.com/office/officeart/2005/8/layout/orgChart1"/>
    <dgm:cxn modelId="{E6CDAC02-0650-4A59-80A2-9A3B7307AC80}" type="presParOf" srcId="{A81C63D8-E287-4E55-A6B7-A7B01FF1044D}" destId="{0B905D74-7E84-4141-903E-C267F7E99D6C}" srcOrd="1" destOrd="0" presId="urn:microsoft.com/office/officeart/2005/8/layout/orgChart1"/>
    <dgm:cxn modelId="{51835AEA-ADEC-4D65-A161-3F943E3FFB4E}" type="presParOf" srcId="{B77B1A4C-5875-448E-B105-5479C28D6380}" destId="{97F1D35D-42FD-4804-9694-73B424A849AC}" srcOrd="1" destOrd="0" presId="urn:microsoft.com/office/officeart/2005/8/layout/orgChart1"/>
    <dgm:cxn modelId="{EBB8D27D-4769-4B10-A208-338C86135052}" type="presParOf" srcId="{B77B1A4C-5875-448E-B105-5479C28D6380}" destId="{539B9279-ECE1-4B35-81A9-7CDFF7C8BE64}" srcOrd="2" destOrd="0" presId="urn:microsoft.com/office/officeart/2005/8/layout/orgChart1"/>
    <dgm:cxn modelId="{19E497FD-BAF1-440C-8E82-1D1E5C95A190}" type="presParOf" srcId="{8B03FC1C-BC9A-4686-A924-B52F2B596F94}" destId="{D894C9B9-CA67-473E-8381-D96934957E68}" srcOrd="8" destOrd="0" presId="urn:microsoft.com/office/officeart/2005/8/layout/orgChart1"/>
    <dgm:cxn modelId="{B380B36D-2D78-405F-A773-A11AACD01A1D}" type="presParOf" srcId="{8B03FC1C-BC9A-4686-A924-B52F2B596F94}" destId="{E9064ADA-CA13-482B-9311-8E596E918957}" srcOrd="9" destOrd="0" presId="urn:microsoft.com/office/officeart/2005/8/layout/orgChart1"/>
    <dgm:cxn modelId="{2FF08DC9-D659-4DF9-9F7D-D830A92D01FE}" type="presParOf" srcId="{E9064ADA-CA13-482B-9311-8E596E918957}" destId="{13A1E35C-8348-4B0E-88AB-7A79E11A8F28}" srcOrd="0" destOrd="0" presId="urn:microsoft.com/office/officeart/2005/8/layout/orgChart1"/>
    <dgm:cxn modelId="{57CA0D4F-E4FC-48BA-9D3D-7C27D399F1CF}" type="presParOf" srcId="{13A1E35C-8348-4B0E-88AB-7A79E11A8F28}" destId="{BB202E18-CF87-4122-96E5-7804D89E4C4A}" srcOrd="0" destOrd="0" presId="urn:microsoft.com/office/officeart/2005/8/layout/orgChart1"/>
    <dgm:cxn modelId="{DF38644F-FE9C-4E2D-B72A-C0847C2AF777}" type="presParOf" srcId="{13A1E35C-8348-4B0E-88AB-7A79E11A8F28}" destId="{DC91E37F-215B-40B3-A919-076772D05EAE}" srcOrd="1" destOrd="0" presId="urn:microsoft.com/office/officeart/2005/8/layout/orgChart1"/>
    <dgm:cxn modelId="{53FF1997-8E45-469D-A5C0-F8912FD5B329}" type="presParOf" srcId="{E9064ADA-CA13-482B-9311-8E596E918957}" destId="{CBC1F0A9-2D6E-4FC7-AE21-2B6FC7A06562}" srcOrd="1" destOrd="0" presId="urn:microsoft.com/office/officeart/2005/8/layout/orgChart1"/>
    <dgm:cxn modelId="{DE129D38-742F-4B44-A94B-A11C6ADD906E}" type="presParOf" srcId="{E9064ADA-CA13-482B-9311-8E596E918957}" destId="{CF1EE272-D22F-460E-86BC-57E64D00C6EE}" srcOrd="2" destOrd="0" presId="urn:microsoft.com/office/officeart/2005/8/layout/orgChart1"/>
    <dgm:cxn modelId="{DD09E198-1908-45D5-9DAF-92EF6AB531E3}" type="presParOf" srcId="{8B03FC1C-BC9A-4686-A924-B52F2B596F94}" destId="{449BD447-C333-4074-A59D-C5C578CB456D}" srcOrd="10" destOrd="0" presId="urn:microsoft.com/office/officeart/2005/8/layout/orgChart1"/>
    <dgm:cxn modelId="{B8D851FE-567E-4800-8B2F-C66674860546}" type="presParOf" srcId="{8B03FC1C-BC9A-4686-A924-B52F2B596F94}" destId="{51AA399D-D284-4F28-B3D7-BAFF49C15F7B}" srcOrd="11" destOrd="0" presId="urn:microsoft.com/office/officeart/2005/8/layout/orgChart1"/>
    <dgm:cxn modelId="{D0B1CE29-F01C-42F9-AE04-F12A481D40A2}" type="presParOf" srcId="{51AA399D-D284-4F28-B3D7-BAFF49C15F7B}" destId="{7E4D5D7B-FACE-4A89-95D0-CCE6E0194242}" srcOrd="0" destOrd="0" presId="urn:microsoft.com/office/officeart/2005/8/layout/orgChart1"/>
    <dgm:cxn modelId="{7AA2E994-EF21-48B7-9298-9B1A99791A6F}" type="presParOf" srcId="{7E4D5D7B-FACE-4A89-95D0-CCE6E0194242}" destId="{0ECF2CED-0B7F-47B1-9F70-4D425C01E482}" srcOrd="0" destOrd="0" presId="urn:microsoft.com/office/officeart/2005/8/layout/orgChart1"/>
    <dgm:cxn modelId="{A55A18FC-5462-4C2B-84FA-1DFC73535A30}" type="presParOf" srcId="{7E4D5D7B-FACE-4A89-95D0-CCE6E0194242}" destId="{4140F358-2752-4965-8157-457B18AAD23A}" srcOrd="1" destOrd="0" presId="urn:microsoft.com/office/officeart/2005/8/layout/orgChart1"/>
    <dgm:cxn modelId="{0B2059AE-3D93-458D-B853-3B1D5882C85E}" type="presParOf" srcId="{51AA399D-D284-4F28-B3D7-BAFF49C15F7B}" destId="{2C7B52A9-2E18-4675-8571-83BC339BF42F}" srcOrd="1" destOrd="0" presId="urn:microsoft.com/office/officeart/2005/8/layout/orgChart1"/>
    <dgm:cxn modelId="{C8DBC3D5-9F05-4D86-BD82-B02F2B2ADFFA}" type="presParOf" srcId="{51AA399D-D284-4F28-B3D7-BAFF49C15F7B}" destId="{D7A7B21E-9C13-45D6-B6A0-65B0905BE73E}" srcOrd="2" destOrd="0" presId="urn:microsoft.com/office/officeart/2005/8/layout/orgChart1"/>
    <dgm:cxn modelId="{224678F8-02CB-4975-A903-45C4D42E2E57}" type="presParOf" srcId="{92AA41C4-CB03-4A74-A61C-B731950A2D25}" destId="{1C95B263-95D0-4CE8-AB23-A725621E5FE1}" srcOrd="2" destOrd="0" presId="urn:microsoft.com/office/officeart/2005/8/layout/orgChart1"/>
    <dgm:cxn modelId="{026106C9-8501-4785-AB8C-FA12F0F6B0A8}" type="presParOf" srcId="{1F30F48F-A36E-42D0-8F7C-35373A55B09F}" destId="{719FE525-391E-4D25-9FDD-D755A7CA360B}" srcOrd="6" destOrd="0" presId="urn:microsoft.com/office/officeart/2005/8/layout/orgChart1"/>
    <dgm:cxn modelId="{C70CA701-8E08-4324-A645-97862EF7AE11}" type="presParOf" srcId="{1F30F48F-A36E-42D0-8F7C-35373A55B09F}" destId="{574A26EC-6C20-4342-9F65-F5A0FE0627B5}" srcOrd="7" destOrd="0" presId="urn:microsoft.com/office/officeart/2005/8/layout/orgChart1"/>
    <dgm:cxn modelId="{DA485E9E-7302-4F12-938C-6030B99631B4}" type="presParOf" srcId="{574A26EC-6C20-4342-9F65-F5A0FE0627B5}" destId="{D38887D6-4A7C-4215-8F15-872ACD6C57B3}" srcOrd="0" destOrd="0" presId="urn:microsoft.com/office/officeart/2005/8/layout/orgChart1"/>
    <dgm:cxn modelId="{AEA3550E-91D0-4625-8740-568D0122DB5D}" type="presParOf" srcId="{D38887D6-4A7C-4215-8F15-872ACD6C57B3}" destId="{40585DCD-A354-4A8F-8BE2-4B84BE26E0B4}" srcOrd="0" destOrd="0" presId="urn:microsoft.com/office/officeart/2005/8/layout/orgChart1"/>
    <dgm:cxn modelId="{2790F991-6484-4B2F-8A27-5A166EF3032B}" type="presParOf" srcId="{D38887D6-4A7C-4215-8F15-872ACD6C57B3}" destId="{315E80A6-E669-4580-8500-873CBF3017E3}" srcOrd="1" destOrd="0" presId="urn:microsoft.com/office/officeart/2005/8/layout/orgChart1"/>
    <dgm:cxn modelId="{2CE52864-B4C0-4095-99A0-B7E778D54361}" type="presParOf" srcId="{574A26EC-6C20-4342-9F65-F5A0FE0627B5}" destId="{85D5A769-430C-433E-A22F-63A15E3656A7}" srcOrd="1" destOrd="0" presId="urn:microsoft.com/office/officeart/2005/8/layout/orgChart1"/>
    <dgm:cxn modelId="{335F4336-1930-427E-A51A-E24869AF26D1}" type="presParOf" srcId="{574A26EC-6C20-4342-9F65-F5A0FE0627B5}" destId="{F43FD48B-860B-40E8-88B0-042379A6210F}" srcOrd="2" destOrd="0" presId="urn:microsoft.com/office/officeart/2005/8/layout/orgChart1"/>
    <dgm:cxn modelId="{B819C352-0DD5-423A-804D-6AF3E741DD98}" type="presParOf" srcId="{1F30F48F-A36E-42D0-8F7C-35373A55B09F}" destId="{74A27665-3F0D-4DB9-B233-4964CADF5CE0}" srcOrd="8" destOrd="0" presId="urn:microsoft.com/office/officeart/2005/8/layout/orgChart1"/>
    <dgm:cxn modelId="{08BAC0DC-9D44-4834-9F68-EA3FBB9EF7A2}" type="presParOf" srcId="{1F30F48F-A36E-42D0-8F7C-35373A55B09F}" destId="{E41D7961-DE14-4475-B0CD-27B6A184EBB3}" srcOrd="9" destOrd="0" presId="urn:microsoft.com/office/officeart/2005/8/layout/orgChart1"/>
    <dgm:cxn modelId="{484F094D-1510-49B3-B2CF-D31509670F36}" type="presParOf" srcId="{E41D7961-DE14-4475-B0CD-27B6A184EBB3}" destId="{159AD4DD-AB42-4C55-B212-89EFB50F3D7C}" srcOrd="0" destOrd="0" presId="urn:microsoft.com/office/officeart/2005/8/layout/orgChart1"/>
    <dgm:cxn modelId="{6D0B93C3-BE2D-43D8-BE61-4DFF4A03E827}" type="presParOf" srcId="{159AD4DD-AB42-4C55-B212-89EFB50F3D7C}" destId="{04E3A88E-ACCD-4309-AAFA-4D0788FA0823}" srcOrd="0" destOrd="0" presId="urn:microsoft.com/office/officeart/2005/8/layout/orgChart1"/>
    <dgm:cxn modelId="{1C053A2E-7353-4B0A-A04F-8D5A2473402A}" type="presParOf" srcId="{159AD4DD-AB42-4C55-B212-89EFB50F3D7C}" destId="{320BF864-E98C-452C-8F34-0B430A31C1EB}" srcOrd="1" destOrd="0" presId="urn:microsoft.com/office/officeart/2005/8/layout/orgChart1"/>
    <dgm:cxn modelId="{135FB15A-2A37-4A9C-B75D-DE1590524596}" type="presParOf" srcId="{E41D7961-DE14-4475-B0CD-27B6A184EBB3}" destId="{AB32B565-B62A-4C74-8A14-2163411B0745}" srcOrd="1" destOrd="0" presId="urn:microsoft.com/office/officeart/2005/8/layout/orgChart1"/>
    <dgm:cxn modelId="{6DF97DFF-D61E-474C-B96C-AC65076F34D6}" type="presParOf" srcId="{AB32B565-B62A-4C74-8A14-2163411B0745}" destId="{8A687417-D903-4511-B741-B9BCDEBBE0F5}" srcOrd="0" destOrd="0" presId="urn:microsoft.com/office/officeart/2005/8/layout/orgChart1"/>
    <dgm:cxn modelId="{3562C62F-8833-46E8-9262-1D9E5540298B}" type="presParOf" srcId="{AB32B565-B62A-4C74-8A14-2163411B0745}" destId="{44C7DF35-FA00-4FD9-B990-24191EFB56E8}" srcOrd="1" destOrd="0" presId="urn:microsoft.com/office/officeart/2005/8/layout/orgChart1"/>
    <dgm:cxn modelId="{224AEC59-F2F7-4BDB-BFB5-71E17DE8A00D}" type="presParOf" srcId="{44C7DF35-FA00-4FD9-B990-24191EFB56E8}" destId="{74810CFB-B7E4-411F-8F81-F84084C439A5}" srcOrd="0" destOrd="0" presId="urn:microsoft.com/office/officeart/2005/8/layout/orgChart1"/>
    <dgm:cxn modelId="{4CB7E09E-3B0C-4623-8C6B-1F58C0338EA9}" type="presParOf" srcId="{74810CFB-B7E4-411F-8F81-F84084C439A5}" destId="{C04E90B0-0A38-4F6A-8EE9-2E75F8CE8EAA}" srcOrd="0" destOrd="0" presId="urn:microsoft.com/office/officeart/2005/8/layout/orgChart1"/>
    <dgm:cxn modelId="{DC5D0CA9-36FE-438A-B7CF-D29464B7F4ED}" type="presParOf" srcId="{74810CFB-B7E4-411F-8F81-F84084C439A5}" destId="{AB3CA78A-AD2A-48FC-B547-FC4A0D508E4F}" srcOrd="1" destOrd="0" presId="urn:microsoft.com/office/officeart/2005/8/layout/orgChart1"/>
    <dgm:cxn modelId="{028E6613-9402-47C0-B38B-D0A979A569E0}" type="presParOf" srcId="{44C7DF35-FA00-4FD9-B990-24191EFB56E8}" destId="{1EB0D78C-50C4-4A40-B4BA-7BB2206FA750}" srcOrd="1" destOrd="0" presId="urn:microsoft.com/office/officeart/2005/8/layout/orgChart1"/>
    <dgm:cxn modelId="{E4E4D37C-23A2-41BE-80FC-B85E35588295}" type="presParOf" srcId="{44C7DF35-FA00-4FD9-B990-24191EFB56E8}" destId="{50D34EC2-AD9B-45AB-88FF-C7C4C4B33B4F}" srcOrd="2" destOrd="0" presId="urn:microsoft.com/office/officeart/2005/8/layout/orgChart1"/>
    <dgm:cxn modelId="{D6823C12-5724-4BBB-B0D1-261D0561449A}" type="presParOf" srcId="{AB32B565-B62A-4C74-8A14-2163411B0745}" destId="{42D5A0AE-58EA-4335-9BF2-6119E5EE5EB6}" srcOrd="2" destOrd="0" presId="urn:microsoft.com/office/officeart/2005/8/layout/orgChart1"/>
    <dgm:cxn modelId="{0FDC89CD-7638-48B6-84B4-C63F5AFCCF37}" type="presParOf" srcId="{AB32B565-B62A-4C74-8A14-2163411B0745}" destId="{163B1663-7E67-4DF3-BE53-334D1E5EAC83}" srcOrd="3" destOrd="0" presId="urn:microsoft.com/office/officeart/2005/8/layout/orgChart1"/>
    <dgm:cxn modelId="{09518805-3405-4913-A4AA-95409FBA86CA}" type="presParOf" srcId="{163B1663-7E67-4DF3-BE53-334D1E5EAC83}" destId="{935720A3-FA24-41FF-B5D8-A76EDB7B7E64}" srcOrd="0" destOrd="0" presId="urn:microsoft.com/office/officeart/2005/8/layout/orgChart1"/>
    <dgm:cxn modelId="{D10B3C06-78A5-4729-A662-6F06DBE20CA9}" type="presParOf" srcId="{935720A3-FA24-41FF-B5D8-A76EDB7B7E64}" destId="{655DB27D-E7CE-4CA8-BE4E-44C77B552893}" srcOrd="0" destOrd="0" presId="urn:microsoft.com/office/officeart/2005/8/layout/orgChart1"/>
    <dgm:cxn modelId="{15931C43-7519-4171-807B-41515893490E}" type="presParOf" srcId="{935720A3-FA24-41FF-B5D8-A76EDB7B7E64}" destId="{75A4E228-B229-40C2-A85F-75E54FBAD21C}" srcOrd="1" destOrd="0" presId="urn:microsoft.com/office/officeart/2005/8/layout/orgChart1"/>
    <dgm:cxn modelId="{D6600DD5-5688-4168-BDF4-A7882C206CAF}" type="presParOf" srcId="{163B1663-7E67-4DF3-BE53-334D1E5EAC83}" destId="{054F9778-1AA6-4EF0-987D-7EFCE7007D87}" srcOrd="1" destOrd="0" presId="urn:microsoft.com/office/officeart/2005/8/layout/orgChart1"/>
    <dgm:cxn modelId="{72076431-88ED-4620-BAE3-0720DFA41091}" type="presParOf" srcId="{163B1663-7E67-4DF3-BE53-334D1E5EAC83}" destId="{F8411089-7341-457B-BDB8-17516F793717}" srcOrd="2" destOrd="0" presId="urn:microsoft.com/office/officeart/2005/8/layout/orgChart1"/>
    <dgm:cxn modelId="{AA8CB567-C04C-4201-85E3-616922E677A6}" type="presParOf" srcId="{E41D7961-DE14-4475-B0CD-27B6A184EBB3}" destId="{109DDFB5-D4B4-4F5B-B311-95D5C9567A84}" srcOrd="2" destOrd="0" presId="urn:microsoft.com/office/officeart/2005/8/layout/orgChart1"/>
    <dgm:cxn modelId="{1E70B9F4-A543-4AF0-AFC4-325A78CD709D}" type="presParOf" srcId="{1F30F48F-A36E-42D0-8F7C-35373A55B09F}" destId="{CD3BD511-1D5F-4C4D-895F-C28FB9957464}" srcOrd="10" destOrd="0" presId="urn:microsoft.com/office/officeart/2005/8/layout/orgChart1"/>
    <dgm:cxn modelId="{5D1527C7-BC22-4C51-9306-F028D24DB619}" type="presParOf" srcId="{1F30F48F-A36E-42D0-8F7C-35373A55B09F}" destId="{59DB70DB-6F18-4480-8521-3AB5E6907658}" srcOrd="11" destOrd="0" presId="urn:microsoft.com/office/officeart/2005/8/layout/orgChart1"/>
    <dgm:cxn modelId="{2E28BEB8-4DAC-410A-AD38-D20686643309}" type="presParOf" srcId="{59DB70DB-6F18-4480-8521-3AB5E6907658}" destId="{6CC3A814-7079-47EA-AF69-133562AEAF62}" srcOrd="0" destOrd="0" presId="urn:microsoft.com/office/officeart/2005/8/layout/orgChart1"/>
    <dgm:cxn modelId="{84F8067D-F952-45D4-A909-298769DC94BF}" type="presParOf" srcId="{6CC3A814-7079-47EA-AF69-133562AEAF62}" destId="{677782BC-4564-4D8B-8DC8-CBFFC254FDA9}" srcOrd="0" destOrd="0" presId="urn:microsoft.com/office/officeart/2005/8/layout/orgChart1"/>
    <dgm:cxn modelId="{4E3A2B40-CF99-4C8D-8D5E-AA928E73ED39}" type="presParOf" srcId="{6CC3A814-7079-47EA-AF69-133562AEAF62}" destId="{090668F7-0C97-4866-A30B-7814F1D08C72}" srcOrd="1" destOrd="0" presId="urn:microsoft.com/office/officeart/2005/8/layout/orgChart1"/>
    <dgm:cxn modelId="{568512F7-8E36-4978-BFEB-EFFE25609F17}" type="presParOf" srcId="{59DB70DB-6F18-4480-8521-3AB5E6907658}" destId="{82890006-29AE-43FC-AF6B-7C819452E041}" srcOrd="1" destOrd="0" presId="urn:microsoft.com/office/officeart/2005/8/layout/orgChart1"/>
    <dgm:cxn modelId="{7CAE5625-7C4A-4424-9713-17B758BF4B79}" type="presParOf" srcId="{59DB70DB-6F18-4480-8521-3AB5E6907658}" destId="{488E326C-9BA2-4D3A-B53D-24BD70D37FE9}" srcOrd="2" destOrd="0" presId="urn:microsoft.com/office/officeart/2005/8/layout/orgChart1"/>
    <dgm:cxn modelId="{CFB69F8A-E030-4CA0-B83C-AAFEDC036341}" type="presParOf" srcId="{218FC4EA-2547-4E47-83A0-90B52038EB25}" destId="{CAB17E8C-3604-449B-8AE4-418B28FFF42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BD511-1D5F-4C4D-895F-C28FB9957464}">
      <dsp:nvSpPr>
        <dsp:cNvPr id="0" name=""/>
        <dsp:cNvSpPr/>
      </dsp:nvSpPr>
      <dsp:spPr>
        <a:xfrm>
          <a:off x="4159316" y="557824"/>
          <a:ext cx="3359738" cy="233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619"/>
              </a:lnTo>
              <a:lnTo>
                <a:pt x="3359738" y="116619"/>
              </a:lnTo>
              <a:lnTo>
                <a:pt x="3359738" y="2332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D5A0AE-58EA-4335-9BF2-6119E5EE5EB6}">
      <dsp:nvSpPr>
        <dsp:cNvPr id="0" name=""/>
        <dsp:cNvSpPr/>
      </dsp:nvSpPr>
      <dsp:spPr>
        <a:xfrm>
          <a:off x="5730896" y="1346391"/>
          <a:ext cx="166598" cy="12994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469"/>
              </a:lnTo>
              <a:lnTo>
                <a:pt x="166598" y="129946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687417-D903-4511-B741-B9BCDEBBE0F5}">
      <dsp:nvSpPr>
        <dsp:cNvPr id="0" name=""/>
        <dsp:cNvSpPr/>
      </dsp:nvSpPr>
      <dsp:spPr>
        <a:xfrm>
          <a:off x="5730896" y="1346391"/>
          <a:ext cx="166598" cy="5109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902"/>
              </a:lnTo>
              <a:lnTo>
                <a:pt x="166598" y="51090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A27665-3F0D-4DB9-B233-4964CADF5CE0}">
      <dsp:nvSpPr>
        <dsp:cNvPr id="0" name=""/>
        <dsp:cNvSpPr/>
      </dsp:nvSpPr>
      <dsp:spPr>
        <a:xfrm>
          <a:off x="4159316" y="557824"/>
          <a:ext cx="2015843" cy="233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619"/>
              </a:lnTo>
              <a:lnTo>
                <a:pt x="2015843" y="116619"/>
              </a:lnTo>
              <a:lnTo>
                <a:pt x="2015843" y="2332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9FE525-391E-4D25-9FDD-D755A7CA360B}">
      <dsp:nvSpPr>
        <dsp:cNvPr id="0" name=""/>
        <dsp:cNvSpPr/>
      </dsp:nvSpPr>
      <dsp:spPr>
        <a:xfrm>
          <a:off x="4159316" y="557824"/>
          <a:ext cx="671947" cy="233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6619"/>
              </a:lnTo>
              <a:lnTo>
                <a:pt x="671947" y="116619"/>
              </a:lnTo>
              <a:lnTo>
                <a:pt x="671947" y="2332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9BD447-C333-4074-A59D-C5C578CB456D}">
      <dsp:nvSpPr>
        <dsp:cNvPr id="0" name=""/>
        <dsp:cNvSpPr/>
      </dsp:nvSpPr>
      <dsp:spPr>
        <a:xfrm>
          <a:off x="3043105" y="1346391"/>
          <a:ext cx="166598" cy="44537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53735"/>
              </a:lnTo>
              <a:lnTo>
                <a:pt x="166598" y="44537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4C9B9-CA67-473E-8381-D96934957E68}">
      <dsp:nvSpPr>
        <dsp:cNvPr id="0" name=""/>
        <dsp:cNvSpPr/>
      </dsp:nvSpPr>
      <dsp:spPr>
        <a:xfrm>
          <a:off x="3043105" y="1346391"/>
          <a:ext cx="166598" cy="3665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65169"/>
              </a:lnTo>
              <a:lnTo>
                <a:pt x="166598" y="366516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805EB4-2E68-4005-9E8C-96CD4EFB372F}">
      <dsp:nvSpPr>
        <dsp:cNvPr id="0" name=""/>
        <dsp:cNvSpPr/>
      </dsp:nvSpPr>
      <dsp:spPr>
        <a:xfrm>
          <a:off x="3043105" y="1346391"/>
          <a:ext cx="166598" cy="28766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76602"/>
              </a:lnTo>
              <a:lnTo>
                <a:pt x="166598" y="287660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32036D-1663-46F8-A797-7E2A4FC15A63}">
      <dsp:nvSpPr>
        <dsp:cNvPr id="0" name=""/>
        <dsp:cNvSpPr/>
      </dsp:nvSpPr>
      <dsp:spPr>
        <a:xfrm>
          <a:off x="3043105" y="1346391"/>
          <a:ext cx="166598" cy="20880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8035"/>
              </a:lnTo>
              <a:lnTo>
                <a:pt x="166598" y="20880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202D3A-CEA2-4307-AED0-8F0F008098C9}">
      <dsp:nvSpPr>
        <dsp:cNvPr id="0" name=""/>
        <dsp:cNvSpPr/>
      </dsp:nvSpPr>
      <dsp:spPr>
        <a:xfrm>
          <a:off x="3043105" y="1346391"/>
          <a:ext cx="166598" cy="12994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469"/>
              </a:lnTo>
              <a:lnTo>
                <a:pt x="166598" y="129946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D810FD-729D-4163-BAAC-86BA71573C27}">
      <dsp:nvSpPr>
        <dsp:cNvPr id="0" name=""/>
        <dsp:cNvSpPr/>
      </dsp:nvSpPr>
      <dsp:spPr>
        <a:xfrm>
          <a:off x="3043105" y="1346391"/>
          <a:ext cx="166598" cy="5109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902"/>
              </a:lnTo>
              <a:lnTo>
                <a:pt x="166598" y="51090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FC539B-0569-47CF-98CA-EEA2950895F3}">
      <dsp:nvSpPr>
        <dsp:cNvPr id="0" name=""/>
        <dsp:cNvSpPr/>
      </dsp:nvSpPr>
      <dsp:spPr>
        <a:xfrm>
          <a:off x="3487368" y="557824"/>
          <a:ext cx="671947" cy="233238"/>
        </a:xfrm>
        <a:custGeom>
          <a:avLst/>
          <a:gdLst/>
          <a:ahLst/>
          <a:cxnLst/>
          <a:rect l="0" t="0" r="0" b="0"/>
          <a:pathLst>
            <a:path>
              <a:moveTo>
                <a:pt x="671947" y="0"/>
              </a:moveTo>
              <a:lnTo>
                <a:pt x="671947" y="116619"/>
              </a:lnTo>
              <a:lnTo>
                <a:pt x="0" y="116619"/>
              </a:lnTo>
              <a:lnTo>
                <a:pt x="0" y="2332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BC3717-D224-4D2C-94E8-B72F5AAAECF0}">
      <dsp:nvSpPr>
        <dsp:cNvPr id="0" name=""/>
        <dsp:cNvSpPr/>
      </dsp:nvSpPr>
      <dsp:spPr>
        <a:xfrm>
          <a:off x="1699210" y="1346391"/>
          <a:ext cx="166598" cy="12994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469"/>
              </a:lnTo>
              <a:lnTo>
                <a:pt x="166598" y="129946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B97D40-B2E2-4239-902D-30A4EFF07D3A}">
      <dsp:nvSpPr>
        <dsp:cNvPr id="0" name=""/>
        <dsp:cNvSpPr/>
      </dsp:nvSpPr>
      <dsp:spPr>
        <a:xfrm>
          <a:off x="1699210" y="1346391"/>
          <a:ext cx="166598" cy="5109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0902"/>
              </a:lnTo>
              <a:lnTo>
                <a:pt x="166598" y="51090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44B195-2D36-4F70-B698-7660208F21CE}">
      <dsp:nvSpPr>
        <dsp:cNvPr id="0" name=""/>
        <dsp:cNvSpPr/>
      </dsp:nvSpPr>
      <dsp:spPr>
        <a:xfrm>
          <a:off x="2143473" y="557824"/>
          <a:ext cx="2015843" cy="233238"/>
        </a:xfrm>
        <a:custGeom>
          <a:avLst/>
          <a:gdLst/>
          <a:ahLst/>
          <a:cxnLst/>
          <a:rect l="0" t="0" r="0" b="0"/>
          <a:pathLst>
            <a:path>
              <a:moveTo>
                <a:pt x="2015843" y="0"/>
              </a:moveTo>
              <a:lnTo>
                <a:pt x="2015843" y="116619"/>
              </a:lnTo>
              <a:lnTo>
                <a:pt x="0" y="116619"/>
              </a:lnTo>
              <a:lnTo>
                <a:pt x="0" y="2332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9CF074-B712-4855-9C88-6A6C11368619}">
      <dsp:nvSpPr>
        <dsp:cNvPr id="0" name=""/>
        <dsp:cNvSpPr/>
      </dsp:nvSpPr>
      <dsp:spPr>
        <a:xfrm>
          <a:off x="799578" y="557824"/>
          <a:ext cx="3359738" cy="233238"/>
        </a:xfrm>
        <a:custGeom>
          <a:avLst/>
          <a:gdLst/>
          <a:ahLst/>
          <a:cxnLst/>
          <a:rect l="0" t="0" r="0" b="0"/>
          <a:pathLst>
            <a:path>
              <a:moveTo>
                <a:pt x="3359738" y="0"/>
              </a:moveTo>
              <a:lnTo>
                <a:pt x="3359738" y="116619"/>
              </a:lnTo>
              <a:lnTo>
                <a:pt x="0" y="116619"/>
              </a:lnTo>
              <a:lnTo>
                <a:pt x="0" y="23323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DE660E-55E8-4AD1-83C0-F6F09E37957F}">
      <dsp:nvSpPr>
        <dsp:cNvPr id="0" name=""/>
        <dsp:cNvSpPr/>
      </dsp:nvSpPr>
      <dsp:spPr>
        <a:xfrm>
          <a:off x="2809184" y="2495"/>
          <a:ext cx="2700263" cy="555328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" tIns="9144" rIns="9144" bIns="914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fescgl_001_MixedStockAnalysis</a:t>
          </a:r>
        </a:p>
      </dsp:txBody>
      <dsp:txXfrm>
        <a:off x="2809184" y="2495"/>
        <a:ext cx="2700263" cy="555328"/>
      </dsp:txXfrm>
    </dsp:sp>
    <dsp:sp modelId="{3272713B-43FD-4C6A-96C3-33D05AAAA503}">
      <dsp:nvSpPr>
        <dsp:cNvPr id="0" name=""/>
        <dsp:cNvSpPr/>
      </dsp:nvSpPr>
      <dsp:spPr>
        <a:xfrm>
          <a:off x="244249" y="791062"/>
          <a:ext cx="1110657" cy="5553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code</a:t>
          </a:r>
        </a:p>
      </dsp:txBody>
      <dsp:txXfrm>
        <a:off x="244249" y="791062"/>
        <a:ext cx="1110657" cy="555328"/>
      </dsp:txXfrm>
    </dsp:sp>
    <dsp:sp modelId="{7FFEA8D2-5BE6-447B-BDFC-D7D12BA1A35D}">
      <dsp:nvSpPr>
        <dsp:cNvPr id="0" name=""/>
        <dsp:cNvSpPr/>
      </dsp:nvSpPr>
      <dsp:spPr>
        <a:xfrm>
          <a:off x="1588144" y="791062"/>
          <a:ext cx="1110657" cy="5553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</a:t>
          </a:r>
        </a:p>
      </dsp:txBody>
      <dsp:txXfrm>
        <a:off x="1588144" y="791062"/>
        <a:ext cx="1110657" cy="555328"/>
      </dsp:txXfrm>
    </dsp:sp>
    <dsp:sp modelId="{697BAB52-3323-4CBD-8B80-07DD6D518089}">
      <dsp:nvSpPr>
        <dsp:cNvPr id="0" name=""/>
        <dsp:cNvSpPr/>
      </dsp:nvSpPr>
      <dsp:spPr>
        <a:xfrm>
          <a:off x="1865809" y="1579629"/>
          <a:ext cx="1110657" cy="55532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final_data</a:t>
          </a:r>
          <a:endParaRPr lang="en-US" sz="1500" kern="1200" dirty="0"/>
        </a:p>
      </dsp:txBody>
      <dsp:txXfrm>
        <a:off x="1865809" y="1579629"/>
        <a:ext cx="1110657" cy="555328"/>
      </dsp:txXfrm>
    </dsp:sp>
    <dsp:sp modelId="{255EEC32-4C5B-4677-B23D-B8B6898F6A55}">
      <dsp:nvSpPr>
        <dsp:cNvPr id="0" name=""/>
        <dsp:cNvSpPr/>
      </dsp:nvSpPr>
      <dsp:spPr>
        <a:xfrm>
          <a:off x="1865809" y="2368195"/>
          <a:ext cx="1110657" cy="55532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raw_data</a:t>
          </a:r>
          <a:endParaRPr lang="en-US" sz="1500" kern="1200" dirty="0"/>
        </a:p>
      </dsp:txBody>
      <dsp:txXfrm>
        <a:off x="1865809" y="2368195"/>
        <a:ext cx="1110657" cy="555328"/>
      </dsp:txXfrm>
    </dsp:sp>
    <dsp:sp modelId="{FCF76ECA-BB97-4FD7-9F25-B953AAC28C61}">
      <dsp:nvSpPr>
        <dsp:cNvPr id="0" name=""/>
        <dsp:cNvSpPr/>
      </dsp:nvSpPr>
      <dsp:spPr>
        <a:xfrm>
          <a:off x="2932040" y="791062"/>
          <a:ext cx="1110657" cy="5553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documents</a:t>
          </a:r>
        </a:p>
      </dsp:txBody>
      <dsp:txXfrm>
        <a:off x="2932040" y="791062"/>
        <a:ext cx="1110657" cy="555328"/>
      </dsp:txXfrm>
    </dsp:sp>
    <dsp:sp modelId="{64F43C28-BCC3-415D-9EF8-01670B5C12E4}">
      <dsp:nvSpPr>
        <dsp:cNvPr id="0" name=""/>
        <dsp:cNvSpPr/>
      </dsp:nvSpPr>
      <dsp:spPr>
        <a:xfrm>
          <a:off x="3209704" y="1579629"/>
          <a:ext cx="1110657" cy="55532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posters</a:t>
          </a:r>
        </a:p>
      </dsp:txBody>
      <dsp:txXfrm>
        <a:off x="3209704" y="1579629"/>
        <a:ext cx="1110657" cy="555328"/>
      </dsp:txXfrm>
    </dsp:sp>
    <dsp:sp modelId="{0B36308E-4767-46F9-82F3-06CE69D3CC1E}">
      <dsp:nvSpPr>
        <dsp:cNvPr id="0" name=""/>
        <dsp:cNvSpPr/>
      </dsp:nvSpPr>
      <dsp:spPr>
        <a:xfrm>
          <a:off x="3209704" y="2368195"/>
          <a:ext cx="1110657" cy="55532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proposals</a:t>
          </a:r>
        </a:p>
      </dsp:txBody>
      <dsp:txXfrm>
        <a:off x="3209704" y="2368195"/>
        <a:ext cx="1110657" cy="555328"/>
      </dsp:txXfrm>
    </dsp:sp>
    <dsp:sp modelId="{E82D0D13-624E-4461-A134-0B5E0CF2F7E9}">
      <dsp:nvSpPr>
        <dsp:cNvPr id="0" name=""/>
        <dsp:cNvSpPr/>
      </dsp:nvSpPr>
      <dsp:spPr>
        <a:xfrm>
          <a:off x="3209704" y="3156762"/>
          <a:ext cx="1110657" cy="55532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protocols</a:t>
          </a:r>
        </a:p>
      </dsp:txBody>
      <dsp:txXfrm>
        <a:off x="3209704" y="3156762"/>
        <a:ext cx="1110657" cy="555328"/>
      </dsp:txXfrm>
    </dsp:sp>
    <dsp:sp modelId="{67E27EB6-D943-4569-8A6F-74A1C6B9ACD5}">
      <dsp:nvSpPr>
        <dsp:cNvPr id="0" name=""/>
        <dsp:cNvSpPr/>
      </dsp:nvSpPr>
      <dsp:spPr>
        <a:xfrm>
          <a:off x="3209704" y="3945329"/>
          <a:ext cx="1110657" cy="55532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publications</a:t>
          </a:r>
        </a:p>
      </dsp:txBody>
      <dsp:txXfrm>
        <a:off x="3209704" y="3945329"/>
        <a:ext cx="1110657" cy="555328"/>
      </dsp:txXfrm>
    </dsp:sp>
    <dsp:sp modelId="{BB202E18-CF87-4122-96E5-7804D89E4C4A}">
      <dsp:nvSpPr>
        <dsp:cNvPr id="0" name=""/>
        <dsp:cNvSpPr/>
      </dsp:nvSpPr>
      <dsp:spPr>
        <a:xfrm>
          <a:off x="3209704" y="4733895"/>
          <a:ext cx="1110657" cy="55532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reports</a:t>
          </a:r>
        </a:p>
      </dsp:txBody>
      <dsp:txXfrm>
        <a:off x="3209704" y="4733895"/>
        <a:ext cx="1110657" cy="555328"/>
      </dsp:txXfrm>
    </dsp:sp>
    <dsp:sp modelId="{0ECF2CED-0B7F-47B1-9F70-4D425C01E482}">
      <dsp:nvSpPr>
        <dsp:cNvPr id="0" name=""/>
        <dsp:cNvSpPr/>
      </dsp:nvSpPr>
      <dsp:spPr>
        <a:xfrm>
          <a:off x="3209704" y="5522462"/>
          <a:ext cx="1110657" cy="55532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talks</a:t>
          </a:r>
        </a:p>
      </dsp:txBody>
      <dsp:txXfrm>
        <a:off x="3209704" y="5522462"/>
        <a:ext cx="1110657" cy="555328"/>
      </dsp:txXfrm>
    </dsp:sp>
    <dsp:sp modelId="{40585DCD-A354-4A8F-8BE2-4B84BE26E0B4}">
      <dsp:nvSpPr>
        <dsp:cNvPr id="0" name=""/>
        <dsp:cNvSpPr/>
      </dsp:nvSpPr>
      <dsp:spPr>
        <a:xfrm>
          <a:off x="4275935" y="791062"/>
          <a:ext cx="1110657" cy="5553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incoming</a:t>
          </a:r>
        </a:p>
      </dsp:txBody>
      <dsp:txXfrm>
        <a:off x="4275935" y="791062"/>
        <a:ext cx="1110657" cy="555328"/>
      </dsp:txXfrm>
    </dsp:sp>
    <dsp:sp modelId="{04E3A88E-ACCD-4309-AAFA-4D0788FA0823}">
      <dsp:nvSpPr>
        <dsp:cNvPr id="0" name=""/>
        <dsp:cNvSpPr/>
      </dsp:nvSpPr>
      <dsp:spPr>
        <a:xfrm>
          <a:off x="5619830" y="791062"/>
          <a:ext cx="1110657" cy="5553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metadata</a:t>
          </a:r>
        </a:p>
      </dsp:txBody>
      <dsp:txXfrm>
        <a:off x="5619830" y="791062"/>
        <a:ext cx="1110657" cy="555328"/>
      </dsp:txXfrm>
    </dsp:sp>
    <dsp:sp modelId="{C04E90B0-0A38-4F6A-8EE9-2E75F8CE8EAA}">
      <dsp:nvSpPr>
        <dsp:cNvPr id="0" name=""/>
        <dsp:cNvSpPr/>
      </dsp:nvSpPr>
      <dsp:spPr>
        <a:xfrm>
          <a:off x="5897495" y="1579629"/>
          <a:ext cx="1110657" cy="55532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mdEditor</a:t>
          </a:r>
          <a:endParaRPr lang="en-US" sz="1500" kern="1200" dirty="0"/>
        </a:p>
      </dsp:txBody>
      <dsp:txXfrm>
        <a:off x="5897495" y="1579629"/>
        <a:ext cx="1110657" cy="555328"/>
      </dsp:txXfrm>
    </dsp:sp>
    <dsp:sp modelId="{655DB27D-E7CE-4CA8-BE4E-44C77B552893}">
      <dsp:nvSpPr>
        <dsp:cNvPr id="0" name=""/>
        <dsp:cNvSpPr/>
      </dsp:nvSpPr>
      <dsp:spPr>
        <a:xfrm>
          <a:off x="5897495" y="2368195"/>
          <a:ext cx="1110657" cy="55532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mdJSON</a:t>
          </a:r>
          <a:endParaRPr lang="en-US" sz="1500" kern="1200" dirty="0"/>
        </a:p>
      </dsp:txBody>
      <dsp:txXfrm>
        <a:off x="5897495" y="2368195"/>
        <a:ext cx="1110657" cy="555328"/>
      </dsp:txXfrm>
    </dsp:sp>
    <dsp:sp modelId="{677782BC-4564-4D8B-8DC8-CBFFC254FDA9}">
      <dsp:nvSpPr>
        <dsp:cNvPr id="0" name=""/>
        <dsp:cNvSpPr/>
      </dsp:nvSpPr>
      <dsp:spPr>
        <a:xfrm>
          <a:off x="6963726" y="791062"/>
          <a:ext cx="1110657" cy="5553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changelog</a:t>
          </a:r>
        </a:p>
      </dsp:txBody>
      <dsp:txXfrm>
        <a:off x="6963726" y="791062"/>
        <a:ext cx="1110657" cy="555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AC16F-909A-41DE-845F-956968735923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D667A-B341-4CC1-B560-31F5179CE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9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File: rdr-tree-fes-ex.png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Updated: 20260625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D667A-B341-4CC1-B560-31F5179CE6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File: rdr-tree-fes-ex.png</a:t>
            </a:r>
          </a:p>
          <a:p>
            <a:r>
              <a:rPr lang="en-US" dirty="0"/>
              <a:t>Updated: 20260625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D667A-B341-4CC1-B560-31F5179CE6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6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64636-CC98-D7FC-1334-3E0622C30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739C8-762C-F4DB-4CF2-7FB4B865E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44F9-19A8-3819-E5DC-7C4D2940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1F722-AC32-0C1B-21B2-6A35B871C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6711-BDA5-30AF-C5CE-B4104610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4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AED9-78BF-0A4E-61C5-8305626D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3C6C-BCA3-8F07-4DC2-0E7D3AF83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D5585-D985-59E0-900F-8DB43E51B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46E82-23FD-23E9-9266-F28ACD8ED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A0B58-9AE4-9475-244E-E2FFE584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2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370E0-C85B-EECE-5B95-6EBE8356E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628B8-CD62-22AE-2276-91ABCA1A6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100-92D1-CC5F-85E4-DC3AD3F7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2B40B-B9F0-3DE9-807E-BFF075EA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932CE-8FF4-BECD-5150-F0446005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4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581F8-8733-46EB-C35C-4D7B1631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32F64-BF24-6917-9EF4-0FDF2C1DC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DFFB4-879A-42EA-9D66-420DBB74C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359F6-5505-58ED-A510-A0823AF1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78999-8696-D893-4E80-43B16BCD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912F9-7CAE-E8BC-370A-597586B2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30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C6E9-7881-353B-C62D-D2FE5D462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56F91-1D13-29AA-5C75-B938A114E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48581-4E39-8604-8D8B-290815EFC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051BB9-9A11-7F5B-7DA2-7298DA12AF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0DF94-157C-D21C-419A-60F4062A1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AF9D80-0A81-728C-8634-FA2D05C6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F93D0A-A58F-9127-29BB-62452C30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A8E6E2-5AA8-FA4E-70EE-0D3ACD01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5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D4C53-00E0-E89E-6488-B5FFA735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8A10B1-FF08-97C9-D511-50B7D272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6E38D2-1758-EB77-F343-C8B6345CA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66317-8A15-62F6-1FB6-3333D4C2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6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0FC34-3C8A-995D-3585-B5DD218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653FB9-DB9A-B2C2-6F95-5DDC77643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3A6D0-C6B4-0F81-6594-1F62BEC3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1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6161-4713-3CB4-94CF-3462C737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16047-D992-FB7A-8353-00B01F88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F7907-C73B-7026-D3F8-A092B8003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A684E-3179-CBF5-8B06-75EBBB2C8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7BBCB-7682-5B4D-B10F-7522D76F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A2118-63EC-B20F-E0E0-E15285C36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5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BD5B-433C-F3CF-D389-C0443742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B3545-ADA9-6E4E-B2BC-902C8BF10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59C09-CAE4-4171-B04A-551C5B856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D8989-47B6-0194-39C2-A4CFDCC2B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6F1CD-65C4-FAC5-A9A7-51A7A25B0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DC5A5-19FB-48A9-CFD6-CB8B1A00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7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93CB-F582-7BE6-DA55-21839BC3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D5649-04F4-36FB-6ED6-8799BB89D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713CC-9380-AF4A-EB52-CAD386C25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5853A-93A6-83A2-DA52-909C99AD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A0312-5AE6-5DA7-DD01-F24C923C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3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BBC47E-BF6D-95A3-D64E-A6DE1CC01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B48C8-8A25-1C73-A932-4B9871B36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FB0DA-F1F0-C160-F826-BDDD29313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16602-F75D-F5B9-3DC7-B22A2E8A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025CF-8003-22E9-7DED-5A67D2F53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6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DC7BC-E4B1-9D15-8226-D24A51B6F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8870A-7664-6E5B-934A-457D6A57B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4FC0A-26C9-5974-92B8-E4581FE10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D2FF8-D0B0-4E63-8472-D2814A3374B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696D4-6976-1ACE-4B3C-2B06ADAB6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A168C-558A-C442-4DF9-D04532103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61A02-8684-4DD2-AEE7-BA3C950D8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CC0651B-498E-B8CC-B0A3-1784673124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1604476"/>
              </p:ext>
            </p:extLst>
          </p:nvPr>
        </p:nvGraphicFramePr>
        <p:xfrm>
          <a:off x="2126265" y="388856"/>
          <a:ext cx="8318633" cy="6080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224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FC23D60-325B-BF4A-824C-61DA8D76CC5E}"/>
              </a:ext>
            </a:extLst>
          </p:cNvPr>
          <p:cNvGrpSpPr/>
          <p:nvPr/>
        </p:nvGrpSpPr>
        <p:grpSpPr>
          <a:xfrm>
            <a:off x="2911825" y="2938872"/>
            <a:ext cx="6763839" cy="836984"/>
            <a:chOff x="2911825" y="2938872"/>
            <a:chExt cx="6763839" cy="83698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4FCD3A1-52B7-3977-A478-D29D0B445731}"/>
                </a:ext>
              </a:extLst>
            </p:cNvPr>
            <p:cNvSpPr txBox="1"/>
            <p:nvPr/>
          </p:nvSpPr>
          <p:spPr>
            <a:xfrm>
              <a:off x="2911825" y="2938872"/>
              <a:ext cx="6763839" cy="307777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 algn="ctr"/>
              <a:r>
                <a:rPr lang="en-US" sz="2000" dirty="0"/>
                <a:t>\\</a:t>
              </a:r>
              <a:r>
                <a:rPr lang="en-US" sz="2000" dirty="0">
                  <a:solidFill>
                    <a:schemeClr val="accent2"/>
                  </a:solidFill>
                </a:rPr>
                <a:t>ifw7ro-file.fws.doi.net</a:t>
              </a:r>
              <a:r>
                <a:rPr lang="en-US" sz="2000" dirty="0"/>
                <a:t>\</a:t>
              </a:r>
              <a:r>
                <a:rPr lang="en-US" sz="2000" dirty="0">
                  <a:solidFill>
                    <a:schemeClr val="accent4"/>
                  </a:solidFill>
                </a:rPr>
                <a:t>fes</a:t>
              </a:r>
              <a:r>
                <a:rPr lang="en-US" sz="2000" dirty="0"/>
                <a:t>\</a:t>
              </a:r>
              <a:r>
                <a:rPr lang="en-US" sz="2000" dirty="0">
                  <a:solidFill>
                    <a:schemeClr val="accent6"/>
                  </a:solidFill>
                </a:rPr>
                <a:t>fescgl_001_MixedStockAnalysis</a:t>
              </a:r>
            </a:p>
          </p:txBody>
        </p:sp>
        <p:sp>
          <p:nvSpPr>
            <p:cNvPr id="8" name="Left Bracket 7">
              <a:extLst>
                <a:ext uri="{FF2B5EF4-FFF2-40B4-BE49-F238E27FC236}">
                  <a16:creationId xmlns:a16="http://schemas.microsoft.com/office/drawing/2014/main" id="{561D0B54-DE10-D511-3248-E524083348F3}"/>
                </a:ext>
              </a:extLst>
            </p:cNvPr>
            <p:cNvSpPr/>
            <p:nvPr/>
          </p:nvSpPr>
          <p:spPr>
            <a:xfrm rot="16200000">
              <a:off x="4313943" y="2147246"/>
              <a:ext cx="228600" cy="2427405"/>
            </a:xfrm>
            <a:prstGeom prst="leftBracket">
              <a:avLst>
                <a:gd name="adj" fmla="val 0"/>
              </a:avLst>
            </a:prstGeom>
            <a:ln w="1905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Left Bracket 8">
              <a:extLst>
                <a:ext uri="{FF2B5EF4-FFF2-40B4-BE49-F238E27FC236}">
                  <a16:creationId xmlns:a16="http://schemas.microsoft.com/office/drawing/2014/main" id="{738C9C1C-8E17-0F4C-7229-435DA1A2AB1E}"/>
                </a:ext>
              </a:extLst>
            </p:cNvPr>
            <p:cNvSpPr/>
            <p:nvPr/>
          </p:nvSpPr>
          <p:spPr>
            <a:xfrm rot="16200000">
              <a:off x="5759386" y="3209332"/>
              <a:ext cx="228600" cy="303233"/>
            </a:xfrm>
            <a:prstGeom prst="leftBracket">
              <a:avLst>
                <a:gd name="adj" fmla="val 0"/>
              </a:avLst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Left Bracket 9">
              <a:extLst>
                <a:ext uri="{FF2B5EF4-FFF2-40B4-BE49-F238E27FC236}">
                  <a16:creationId xmlns:a16="http://schemas.microsoft.com/office/drawing/2014/main" id="{5CF2669C-E2F1-7C23-3FD9-020ACEC3558C}"/>
                </a:ext>
              </a:extLst>
            </p:cNvPr>
            <p:cNvSpPr/>
            <p:nvPr/>
          </p:nvSpPr>
          <p:spPr>
            <a:xfrm rot="16200000">
              <a:off x="7708379" y="1643698"/>
              <a:ext cx="228600" cy="3434501"/>
            </a:xfrm>
            <a:prstGeom prst="leftBracket">
              <a:avLst>
                <a:gd name="adj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1CA998-1993-E7CF-8216-1161B462FD65}"/>
                </a:ext>
              </a:extLst>
            </p:cNvPr>
            <p:cNvSpPr txBox="1"/>
            <p:nvPr/>
          </p:nvSpPr>
          <p:spPr>
            <a:xfrm>
              <a:off x="3214540" y="3560412"/>
              <a:ext cx="2115772" cy="215444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 algn="ctr"/>
              <a:r>
                <a:rPr lang="en-US" sz="1400" dirty="0"/>
                <a:t>Regional data Repository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63D3EFA-4489-10EC-129A-D90A8FEF5519}"/>
                </a:ext>
              </a:extLst>
            </p:cNvPr>
            <p:cNvSpPr txBox="1"/>
            <p:nvPr/>
          </p:nvSpPr>
          <p:spPr>
            <a:xfrm>
              <a:off x="5456680" y="3560412"/>
              <a:ext cx="834011" cy="215444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 algn="ctr"/>
              <a:r>
                <a:rPr lang="en-US" sz="1400" dirty="0"/>
                <a:t>Program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F9EBE9-FA06-56AA-245A-E5A49D07865B}"/>
                </a:ext>
              </a:extLst>
            </p:cNvPr>
            <p:cNvSpPr txBox="1"/>
            <p:nvPr/>
          </p:nvSpPr>
          <p:spPr>
            <a:xfrm>
              <a:off x="6924067" y="3560412"/>
              <a:ext cx="1797223" cy="215444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 algn="ctr"/>
              <a:r>
                <a:rPr lang="en-US" sz="1400" dirty="0"/>
                <a:t>Archive Folder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7235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dd02d64-b7f3-43f7-a145-cfd68d338edf}" enabled="1" method="Standard" siteId="{0693b5ba-4b18-4d7b-9341-f32f400a549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66</Words>
  <Application>Microsoft Office PowerPoint</Application>
  <PresentationFormat>Widescreen</PresentationFormat>
  <Paragraphs>27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Department of the Interior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Maier, Hilmar</dc:creator>
  <cp:lastModifiedBy>Maier, Hilmar</cp:lastModifiedBy>
  <cp:revision>2</cp:revision>
  <dcterms:created xsi:type="dcterms:W3CDTF">2026-06-25T17:58:03Z</dcterms:created>
  <dcterms:modified xsi:type="dcterms:W3CDTF">2026-06-25T20:04:23Z</dcterms:modified>
</cp:coreProperties>
</file>